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71" r:id="rId6"/>
    <p:sldId id="283" r:id="rId7"/>
    <p:sldId id="292" r:id="rId8"/>
    <p:sldId id="293" r:id="rId9"/>
    <p:sldId id="286" r:id="rId10"/>
    <p:sldId id="294" r:id="rId11"/>
    <p:sldId id="295" r:id="rId12"/>
    <p:sldId id="296" r:id="rId13"/>
    <p:sldId id="297" r:id="rId14"/>
    <p:sldId id="298" r:id="rId15"/>
    <p:sldId id="299" r:id="rId16"/>
    <p:sldId id="30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83"/>
            <p14:sldId id="292"/>
            <p14:sldId id="293"/>
            <p14:sldId id="286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CD2"/>
    <a:srgbClr val="FF7843"/>
    <a:srgbClr val="F9A00F"/>
    <a:srgbClr val="6AC7DB"/>
    <a:srgbClr val="90D379"/>
    <a:srgbClr val="40A39A"/>
    <a:srgbClr val="D24726"/>
    <a:srgbClr val="404040"/>
    <a:srgbClr val="FF9B45"/>
    <a:srgbClr val="DD4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2E3B9-1E26-464C-93A0-8ECD5420223B}" v="4" dt="2025-06-23T02:41:40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241" autoAdjust="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0A0B93-FE06-4AF7-AB2F-F56F7B42F556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B9FF08-2F31-4711-BC0B-4ED937FEBE6D}">
      <dgm:prSet/>
      <dgm:spPr/>
      <dgm:t>
        <a:bodyPr/>
        <a:lstStyle/>
        <a:p>
          <a:r>
            <a:rPr lang="en-US" dirty="0"/>
            <a:t>Wrong assumption by developers that the files system on the portable device are not accessible by others.</a:t>
          </a:r>
        </a:p>
      </dgm:t>
    </dgm:pt>
    <dgm:pt modelId="{F72EEF20-3F43-40EF-B392-C825A5E25A70}" type="parTrans" cxnId="{724CAFBE-97F0-4340-923F-B3CCB2D444AA}">
      <dgm:prSet/>
      <dgm:spPr/>
      <dgm:t>
        <a:bodyPr/>
        <a:lstStyle/>
        <a:p>
          <a:endParaRPr lang="en-US"/>
        </a:p>
      </dgm:t>
    </dgm:pt>
    <dgm:pt modelId="{CBBE209B-81F2-4384-875E-69235AFE1FD1}" type="sibTrans" cxnId="{724CAFBE-97F0-4340-923F-B3CCB2D444AA}">
      <dgm:prSet/>
      <dgm:spPr/>
      <dgm:t>
        <a:bodyPr/>
        <a:lstStyle/>
        <a:p>
          <a:endParaRPr lang="en-US"/>
        </a:p>
      </dgm:t>
    </dgm:pt>
    <dgm:pt modelId="{DC241383-9FD9-4E56-AED6-F02F0D3AB898}">
      <dgm:prSet/>
      <dgm:spPr/>
      <dgm:t>
        <a:bodyPr/>
        <a:lstStyle/>
        <a:p>
          <a:r>
            <a:rPr lang="en-US"/>
            <a:t>Jailbreaking a phone bypasses the security features of the phone or device.</a:t>
          </a:r>
        </a:p>
      </dgm:t>
    </dgm:pt>
    <dgm:pt modelId="{5A27423B-3D47-433F-A4F9-4EDD2AF7ED38}" type="parTrans" cxnId="{E8C034AF-AB50-470B-B155-E1D4CFFCB4ED}">
      <dgm:prSet/>
      <dgm:spPr/>
      <dgm:t>
        <a:bodyPr/>
        <a:lstStyle/>
        <a:p>
          <a:endParaRPr lang="en-US"/>
        </a:p>
      </dgm:t>
    </dgm:pt>
    <dgm:pt modelId="{3FDEE829-A843-4AC2-B5FA-8D588F2173FA}" type="sibTrans" cxnId="{E8C034AF-AB50-470B-B155-E1D4CFFCB4ED}">
      <dgm:prSet/>
      <dgm:spPr/>
      <dgm:t>
        <a:bodyPr/>
        <a:lstStyle/>
        <a:p>
          <a:endParaRPr lang="en-US"/>
        </a:p>
      </dgm:t>
    </dgm:pt>
    <dgm:pt modelId="{8BD98518-AC11-4F96-8727-A885665C1965}">
      <dgm:prSet/>
      <dgm:spPr/>
      <dgm:t>
        <a:bodyPr/>
        <a:lstStyle/>
        <a:p>
          <a:r>
            <a:rPr lang="en-US"/>
            <a:t>Improper URL caching during the development process.</a:t>
          </a:r>
        </a:p>
      </dgm:t>
    </dgm:pt>
    <dgm:pt modelId="{15E3B494-F4B1-4375-ADA3-05A22631D14C}" type="parTrans" cxnId="{72F0E93D-649C-45C5-BC9D-6B3C54068B30}">
      <dgm:prSet/>
      <dgm:spPr/>
      <dgm:t>
        <a:bodyPr/>
        <a:lstStyle/>
        <a:p>
          <a:endParaRPr lang="en-US"/>
        </a:p>
      </dgm:t>
    </dgm:pt>
    <dgm:pt modelId="{0F299124-64D2-4E9B-BDE5-D24A69F8859F}" type="sibTrans" cxnId="{72F0E93D-649C-45C5-BC9D-6B3C54068B30}">
      <dgm:prSet/>
      <dgm:spPr/>
      <dgm:t>
        <a:bodyPr/>
        <a:lstStyle/>
        <a:p>
          <a:endParaRPr lang="en-US"/>
        </a:p>
      </dgm:t>
    </dgm:pt>
    <dgm:pt modelId="{68462129-F0C6-2449-83C7-98512953DCCC}" type="pres">
      <dgm:prSet presAssocID="{160A0B93-FE06-4AF7-AB2F-F56F7B42F556}" presName="diagram" presStyleCnt="0">
        <dgm:presLayoutVars>
          <dgm:dir/>
          <dgm:resizeHandles val="exact"/>
        </dgm:presLayoutVars>
      </dgm:prSet>
      <dgm:spPr/>
    </dgm:pt>
    <dgm:pt modelId="{E6E2F7C4-84A4-5C4D-8430-AF1EFCEB2E9A}" type="pres">
      <dgm:prSet presAssocID="{9FB9FF08-2F31-4711-BC0B-4ED937FEBE6D}" presName="node" presStyleLbl="node1" presStyleIdx="0" presStyleCnt="3" custScaleX="114370">
        <dgm:presLayoutVars>
          <dgm:bulletEnabled val="1"/>
        </dgm:presLayoutVars>
      </dgm:prSet>
      <dgm:spPr/>
    </dgm:pt>
    <dgm:pt modelId="{951497EB-117E-9B41-B15B-4A3868CF5868}" type="pres">
      <dgm:prSet presAssocID="{CBBE209B-81F2-4384-875E-69235AFE1FD1}" presName="sibTrans" presStyleCnt="0"/>
      <dgm:spPr/>
    </dgm:pt>
    <dgm:pt modelId="{E5E41080-56AC-8743-8E1A-796E89F195BD}" type="pres">
      <dgm:prSet presAssocID="{DC241383-9FD9-4E56-AED6-F02F0D3AB898}" presName="node" presStyleLbl="node1" presStyleIdx="1" presStyleCnt="3">
        <dgm:presLayoutVars>
          <dgm:bulletEnabled val="1"/>
        </dgm:presLayoutVars>
      </dgm:prSet>
      <dgm:spPr/>
    </dgm:pt>
    <dgm:pt modelId="{19A100FC-CCEF-7349-8D00-D34092636716}" type="pres">
      <dgm:prSet presAssocID="{3FDEE829-A843-4AC2-B5FA-8D588F2173FA}" presName="sibTrans" presStyleCnt="0"/>
      <dgm:spPr/>
    </dgm:pt>
    <dgm:pt modelId="{BD6B5612-BA84-ED4B-B3B7-BD3CCECC5A28}" type="pres">
      <dgm:prSet presAssocID="{8BD98518-AC11-4F96-8727-A885665C1965}" presName="node" presStyleLbl="node1" presStyleIdx="2" presStyleCnt="3">
        <dgm:presLayoutVars>
          <dgm:bulletEnabled val="1"/>
        </dgm:presLayoutVars>
      </dgm:prSet>
      <dgm:spPr/>
    </dgm:pt>
  </dgm:ptLst>
  <dgm:cxnLst>
    <dgm:cxn modelId="{D016F732-7DB8-354E-98CE-3A2FCDF7E0FD}" type="presOf" srcId="{9FB9FF08-2F31-4711-BC0B-4ED937FEBE6D}" destId="{E6E2F7C4-84A4-5C4D-8430-AF1EFCEB2E9A}" srcOrd="0" destOrd="0" presId="urn:microsoft.com/office/officeart/2005/8/layout/default"/>
    <dgm:cxn modelId="{72F0E93D-649C-45C5-BC9D-6B3C54068B30}" srcId="{160A0B93-FE06-4AF7-AB2F-F56F7B42F556}" destId="{8BD98518-AC11-4F96-8727-A885665C1965}" srcOrd="2" destOrd="0" parTransId="{15E3B494-F4B1-4375-ADA3-05A22631D14C}" sibTransId="{0F299124-64D2-4E9B-BDE5-D24A69F8859F}"/>
    <dgm:cxn modelId="{D8F2B940-6856-884B-9116-927D21112210}" type="presOf" srcId="{DC241383-9FD9-4E56-AED6-F02F0D3AB898}" destId="{E5E41080-56AC-8743-8E1A-796E89F195BD}" srcOrd="0" destOrd="0" presId="urn:microsoft.com/office/officeart/2005/8/layout/default"/>
    <dgm:cxn modelId="{EA804477-B3E6-0D4E-9977-1DA28895FE59}" type="presOf" srcId="{160A0B93-FE06-4AF7-AB2F-F56F7B42F556}" destId="{68462129-F0C6-2449-83C7-98512953DCCC}" srcOrd="0" destOrd="0" presId="urn:microsoft.com/office/officeart/2005/8/layout/default"/>
    <dgm:cxn modelId="{E8C034AF-AB50-470B-B155-E1D4CFFCB4ED}" srcId="{160A0B93-FE06-4AF7-AB2F-F56F7B42F556}" destId="{DC241383-9FD9-4E56-AED6-F02F0D3AB898}" srcOrd="1" destOrd="0" parTransId="{5A27423B-3D47-433F-A4F9-4EDD2AF7ED38}" sibTransId="{3FDEE829-A843-4AC2-B5FA-8D588F2173FA}"/>
    <dgm:cxn modelId="{724CAFBE-97F0-4340-923F-B3CCB2D444AA}" srcId="{160A0B93-FE06-4AF7-AB2F-F56F7B42F556}" destId="{9FB9FF08-2F31-4711-BC0B-4ED937FEBE6D}" srcOrd="0" destOrd="0" parTransId="{F72EEF20-3F43-40EF-B392-C825A5E25A70}" sibTransId="{CBBE209B-81F2-4384-875E-69235AFE1FD1}"/>
    <dgm:cxn modelId="{5592B2D6-2FC5-9248-B815-E2782619FCAA}" type="presOf" srcId="{8BD98518-AC11-4F96-8727-A885665C1965}" destId="{BD6B5612-BA84-ED4B-B3B7-BD3CCECC5A28}" srcOrd="0" destOrd="0" presId="urn:microsoft.com/office/officeart/2005/8/layout/default"/>
    <dgm:cxn modelId="{EB17BCAF-31D2-5E4F-9AE5-87771BF8D91F}" type="presParOf" srcId="{68462129-F0C6-2449-83C7-98512953DCCC}" destId="{E6E2F7C4-84A4-5C4D-8430-AF1EFCEB2E9A}" srcOrd="0" destOrd="0" presId="urn:microsoft.com/office/officeart/2005/8/layout/default"/>
    <dgm:cxn modelId="{43191846-5C21-6743-8404-6DB67B63069D}" type="presParOf" srcId="{68462129-F0C6-2449-83C7-98512953DCCC}" destId="{951497EB-117E-9B41-B15B-4A3868CF5868}" srcOrd="1" destOrd="0" presId="urn:microsoft.com/office/officeart/2005/8/layout/default"/>
    <dgm:cxn modelId="{63973564-3043-E940-A0CF-3FBC12519DFD}" type="presParOf" srcId="{68462129-F0C6-2449-83C7-98512953DCCC}" destId="{E5E41080-56AC-8743-8E1A-796E89F195BD}" srcOrd="2" destOrd="0" presId="urn:microsoft.com/office/officeart/2005/8/layout/default"/>
    <dgm:cxn modelId="{96425616-E547-354A-9BE4-BF31C70B7E31}" type="presParOf" srcId="{68462129-F0C6-2449-83C7-98512953DCCC}" destId="{19A100FC-CCEF-7349-8D00-D34092636716}" srcOrd="3" destOrd="0" presId="urn:microsoft.com/office/officeart/2005/8/layout/default"/>
    <dgm:cxn modelId="{3B5C0976-EAF1-454E-8E85-63251F898FD7}" type="presParOf" srcId="{68462129-F0C6-2449-83C7-98512953DCCC}" destId="{BD6B5612-BA84-ED4B-B3B7-BD3CCECC5A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6294B5-4628-4B21-A042-064CE6B6FAD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E8732A04-8853-4A74-A749-9ED776A58672}">
      <dgm:prSet/>
      <dgm:spPr/>
      <dgm:t>
        <a:bodyPr/>
        <a:lstStyle/>
        <a:p>
          <a:pPr>
            <a:defRPr cap="all"/>
          </a:pPr>
          <a:r>
            <a:rPr lang="en-US"/>
            <a:t>Insufficient Cryptography</a:t>
          </a:r>
        </a:p>
      </dgm:t>
    </dgm:pt>
    <dgm:pt modelId="{7B86E68C-5F05-42F9-AA0A-42988037404A}" type="parTrans" cxnId="{8F04740D-725A-48DB-AE83-85516A5D4BDD}">
      <dgm:prSet/>
      <dgm:spPr/>
      <dgm:t>
        <a:bodyPr/>
        <a:lstStyle/>
        <a:p>
          <a:endParaRPr lang="en-US"/>
        </a:p>
      </dgm:t>
    </dgm:pt>
    <dgm:pt modelId="{A7931ADC-9A23-4F34-A2CA-E92546277AAB}" type="sibTrans" cxnId="{8F04740D-725A-48DB-AE83-85516A5D4BDD}">
      <dgm:prSet/>
      <dgm:spPr/>
      <dgm:t>
        <a:bodyPr/>
        <a:lstStyle/>
        <a:p>
          <a:endParaRPr lang="en-US"/>
        </a:p>
      </dgm:t>
    </dgm:pt>
    <dgm:pt modelId="{EC6B1039-D085-429F-A4CB-3D2DDC45B146}">
      <dgm:prSet/>
      <dgm:spPr/>
      <dgm:t>
        <a:bodyPr/>
        <a:lstStyle/>
        <a:p>
          <a:pPr>
            <a:defRPr cap="all"/>
          </a:pPr>
          <a:r>
            <a:rPr lang="en-US"/>
            <a:t>Cryptography attempted however but not performed properly</a:t>
          </a:r>
        </a:p>
      </dgm:t>
    </dgm:pt>
    <dgm:pt modelId="{7A8B67F4-2470-4C67-BE1F-AA4E42D51011}" type="parTrans" cxnId="{0876C905-E7D3-472D-BB79-6F1DC82538AF}">
      <dgm:prSet/>
      <dgm:spPr/>
      <dgm:t>
        <a:bodyPr/>
        <a:lstStyle/>
        <a:p>
          <a:endParaRPr lang="en-US"/>
        </a:p>
      </dgm:t>
    </dgm:pt>
    <dgm:pt modelId="{D745BDAD-D467-483A-B0D0-603E73357B82}" type="sibTrans" cxnId="{0876C905-E7D3-472D-BB79-6F1DC82538AF}">
      <dgm:prSet/>
      <dgm:spPr/>
      <dgm:t>
        <a:bodyPr/>
        <a:lstStyle/>
        <a:p>
          <a:endParaRPr lang="en-US"/>
        </a:p>
      </dgm:t>
    </dgm:pt>
    <dgm:pt modelId="{94446CA9-0977-4F6C-AAD1-D0662031FF97}">
      <dgm:prSet/>
      <dgm:spPr/>
      <dgm:t>
        <a:bodyPr/>
        <a:lstStyle/>
        <a:p>
          <a:pPr>
            <a:defRPr cap="all"/>
          </a:pPr>
          <a:r>
            <a:rPr lang="en-US" dirty="0"/>
            <a:t>Leads to leaking of sensitive information</a:t>
          </a:r>
        </a:p>
      </dgm:t>
    </dgm:pt>
    <dgm:pt modelId="{A2ED7ACB-6E90-4CFF-A361-2ACBD18EDB24}" type="parTrans" cxnId="{89B60D60-42BD-4850-8E03-471FA4882BDC}">
      <dgm:prSet/>
      <dgm:spPr/>
      <dgm:t>
        <a:bodyPr/>
        <a:lstStyle/>
        <a:p>
          <a:endParaRPr lang="en-US"/>
        </a:p>
      </dgm:t>
    </dgm:pt>
    <dgm:pt modelId="{647E491A-4F7F-4BF4-B9CB-EFFDF82232D3}" type="sibTrans" cxnId="{89B60D60-42BD-4850-8E03-471FA4882BDC}">
      <dgm:prSet/>
      <dgm:spPr/>
      <dgm:t>
        <a:bodyPr/>
        <a:lstStyle/>
        <a:p>
          <a:endParaRPr lang="en-US"/>
        </a:p>
      </dgm:t>
    </dgm:pt>
    <dgm:pt modelId="{AFCF7425-9ABA-4631-B5FA-D5D8272D21D0}" type="pres">
      <dgm:prSet presAssocID="{2E6294B5-4628-4B21-A042-064CE6B6FADB}" presName="root" presStyleCnt="0">
        <dgm:presLayoutVars>
          <dgm:dir/>
          <dgm:resizeHandles val="exact"/>
        </dgm:presLayoutVars>
      </dgm:prSet>
      <dgm:spPr/>
    </dgm:pt>
    <dgm:pt modelId="{EF312BFB-CBA9-4598-A542-B49B85929BD8}" type="pres">
      <dgm:prSet presAssocID="{E8732A04-8853-4A74-A749-9ED776A58672}" presName="compNode" presStyleCnt="0"/>
      <dgm:spPr/>
    </dgm:pt>
    <dgm:pt modelId="{5E117C38-106B-42A1-AF9B-1011E191F2BE}" type="pres">
      <dgm:prSet presAssocID="{E8732A04-8853-4A74-A749-9ED776A58672}" presName="iconBgRect" presStyleLbl="bgShp" presStyleIdx="0" presStyleCnt="3"/>
      <dgm:spPr/>
    </dgm:pt>
    <dgm:pt modelId="{0003CD0F-D0B7-4F85-AA8C-1CD0D62D6235}" type="pres">
      <dgm:prSet presAssocID="{E8732A04-8853-4A74-A749-9ED776A586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F740E64-65A6-4907-8F05-11EEB4EDDBFD}" type="pres">
      <dgm:prSet presAssocID="{E8732A04-8853-4A74-A749-9ED776A58672}" presName="spaceRect" presStyleCnt="0"/>
      <dgm:spPr/>
    </dgm:pt>
    <dgm:pt modelId="{3324CDB9-5698-4048-9898-81683555AEE8}" type="pres">
      <dgm:prSet presAssocID="{E8732A04-8853-4A74-A749-9ED776A58672}" presName="textRect" presStyleLbl="revTx" presStyleIdx="0" presStyleCnt="3">
        <dgm:presLayoutVars>
          <dgm:chMax val="1"/>
          <dgm:chPref val="1"/>
        </dgm:presLayoutVars>
      </dgm:prSet>
      <dgm:spPr/>
    </dgm:pt>
    <dgm:pt modelId="{113E75A0-4DC6-4ECB-9077-F79D8BE5F8DA}" type="pres">
      <dgm:prSet presAssocID="{A7931ADC-9A23-4F34-A2CA-E92546277AAB}" presName="sibTrans" presStyleCnt="0"/>
      <dgm:spPr/>
    </dgm:pt>
    <dgm:pt modelId="{41159F1A-DAA5-47C6-808C-8A253637C0F7}" type="pres">
      <dgm:prSet presAssocID="{EC6B1039-D085-429F-A4CB-3D2DDC45B146}" presName="compNode" presStyleCnt="0"/>
      <dgm:spPr/>
    </dgm:pt>
    <dgm:pt modelId="{3957F138-F358-4531-BBF8-80BB47CCCD43}" type="pres">
      <dgm:prSet presAssocID="{EC6B1039-D085-429F-A4CB-3D2DDC45B146}" presName="iconBgRect" presStyleLbl="bgShp" presStyleIdx="1" presStyleCnt="3"/>
      <dgm:spPr/>
    </dgm:pt>
    <dgm:pt modelId="{1CD093F3-749C-487B-A548-EA7E04E0CB1F}" type="pres">
      <dgm:prSet presAssocID="{EC6B1039-D085-429F-A4CB-3D2DDC45B1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31F2A39-1E7F-42CE-B40E-C4A41443FF7E}" type="pres">
      <dgm:prSet presAssocID="{EC6B1039-D085-429F-A4CB-3D2DDC45B146}" presName="spaceRect" presStyleCnt="0"/>
      <dgm:spPr/>
    </dgm:pt>
    <dgm:pt modelId="{D7B6AE42-EC9D-4590-A3DF-4DC8FE0DDB33}" type="pres">
      <dgm:prSet presAssocID="{EC6B1039-D085-429F-A4CB-3D2DDC45B146}" presName="textRect" presStyleLbl="revTx" presStyleIdx="1" presStyleCnt="3">
        <dgm:presLayoutVars>
          <dgm:chMax val="1"/>
          <dgm:chPref val="1"/>
        </dgm:presLayoutVars>
      </dgm:prSet>
      <dgm:spPr/>
    </dgm:pt>
    <dgm:pt modelId="{E3C6C523-CBC7-4AC3-961B-880E43000A17}" type="pres">
      <dgm:prSet presAssocID="{D745BDAD-D467-483A-B0D0-603E73357B82}" presName="sibTrans" presStyleCnt="0"/>
      <dgm:spPr/>
    </dgm:pt>
    <dgm:pt modelId="{A16A9225-CB36-4C74-AA92-16CE0DBA6E08}" type="pres">
      <dgm:prSet presAssocID="{94446CA9-0977-4F6C-AAD1-D0662031FF97}" presName="compNode" presStyleCnt="0"/>
      <dgm:spPr/>
    </dgm:pt>
    <dgm:pt modelId="{6A890E68-E798-4898-B8F1-73FCE77908AC}" type="pres">
      <dgm:prSet presAssocID="{94446CA9-0977-4F6C-AAD1-D0662031FF97}" presName="iconBgRect" presStyleLbl="bgShp" presStyleIdx="2" presStyleCnt="3"/>
      <dgm:spPr/>
    </dgm:pt>
    <dgm:pt modelId="{45D22F10-B87C-4D33-84CC-70EC680967D5}" type="pres">
      <dgm:prSet presAssocID="{94446CA9-0977-4F6C-AAD1-D0662031FF9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0942712-847C-4C69-ABE9-D64E4B084AEC}" type="pres">
      <dgm:prSet presAssocID="{94446CA9-0977-4F6C-AAD1-D0662031FF97}" presName="spaceRect" presStyleCnt="0"/>
      <dgm:spPr/>
    </dgm:pt>
    <dgm:pt modelId="{ED94B37D-62EF-44DD-99C8-795DDB89F2F3}" type="pres">
      <dgm:prSet presAssocID="{94446CA9-0977-4F6C-AAD1-D0662031FF9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76C905-E7D3-472D-BB79-6F1DC82538AF}" srcId="{2E6294B5-4628-4B21-A042-064CE6B6FADB}" destId="{EC6B1039-D085-429F-A4CB-3D2DDC45B146}" srcOrd="1" destOrd="0" parTransId="{7A8B67F4-2470-4C67-BE1F-AA4E42D51011}" sibTransId="{D745BDAD-D467-483A-B0D0-603E73357B82}"/>
    <dgm:cxn modelId="{8F04740D-725A-48DB-AE83-85516A5D4BDD}" srcId="{2E6294B5-4628-4B21-A042-064CE6B6FADB}" destId="{E8732A04-8853-4A74-A749-9ED776A58672}" srcOrd="0" destOrd="0" parTransId="{7B86E68C-5F05-42F9-AA0A-42988037404A}" sibTransId="{A7931ADC-9A23-4F34-A2CA-E92546277AAB}"/>
    <dgm:cxn modelId="{6B5BD432-9B93-411B-ABB2-4081BB4D6447}" type="presOf" srcId="{EC6B1039-D085-429F-A4CB-3D2DDC45B146}" destId="{D7B6AE42-EC9D-4590-A3DF-4DC8FE0DDB33}" srcOrd="0" destOrd="0" presId="urn:microsoft.com/office/officeart/2018/5/layout/IconCircleLabelList"/>
    <dgm:cxn modelId="{89B60D60-42BD-4850-8E03-471FA4882BDC}" srcId="{2E6294B5-4628-4B21-A042-064CE6B6FADB}" destId="{94446CA9-0977-4F6C-AAD1-D0662031FF97}" srcOrd="2" destOrd="0" parTransId="{A2ED7ACB-6E90-4CFF-A361-2ACBD18EDB24}" sibTransId="{647E491A-4F7F-4BF4-B9CB-EFFDF82232D3}"/>
    <dgm:cxn modelId="{7783DC7D-FE1F-4611-ADD5-5FF3725F6025}" type="presOf" srcId="{94446CA9-0977-4F6C-AAD1-D0662031FF97}" destId="{ED94B37D-62EF-44DD-99C8-795DDB89F2F3}" srcOrd="0" destOrd="0" presId="urn:microsoft.com/office/officeart/2018/5/layout/IconCircleLabelList"/>
    <dgm:cxn modelId="{98A0FA8B-09EC-4263-A6D5-FD1011D7CDA7}" type="presOf" srcId="{E8732A04-8853-4A74-A749-9ED776A58672}" destId="{3324CDB9-5698-4048-9898-81683555AEE8}" srcOrd="0" destOrd="0" presId="urn:microsoft.com/office/officeart/2018/5/layout/IconCircleLabelList"/>
    <dgm:cxn modelId="{73E8A7E9-C9FD-4EBE-82F6-E023A92F3EF2}" type="presOf" srcId="{2E6294B5-4628-4B21-A042-064CE6B6FADB}" destId="{AFCF7425-9ABA-4631-B5FA-D5D8272D21D0}" srcOrd="0" destOrd="0" presId="urn:microsoft.com/office/officeart/2018/5/layout/IconCircleLabelList"/>
    <dgm:cxn modelId="{CBD91ECC-B715-42D4-9D27-288416DA3142}" type="presParOf" srcId="{AFCF7425-9ABA-4631-B5FA-D5D8272D21D0}" destId="{EF312BFB-CBA9-4598-A542-B49B85929BD8}" srcOrd="0" destOrd="0" presId="urn:microsoft.com/office/officeart/2018/5/layout/IconCircleLabelList"/>
    <dgm:cxn modelId="{22946582-3A77-4A82-936C-6974ABCEE561}" type="presParOf" srcId="{EF312BFB-CBA9-4598-A542-B49B85929BD8}" destId="{5E117C38-106B-42A1-AF9B-1011E191F2BE}" srcOrd="0" destOrd="0" presId="urn:microsoft.com/office/officeart/2018/5/layout/IconCircleLabelList"/>
    <dgm:cxn modelId="{897AECE8-E386-4CBF-A53C-D4088CC52B9C}" type="presParOf" srcId="{EF312BFB-CBA9-4598-A542-B49B85929BD8}" destId="{0003CD0F-D0B7-4F85-AA8C-1CD0D62D6235}" srcOrd="1" destOrd="0" presId="urn:microsoft.com/office/officeart/2018/5/layout/IconCircleLabelList"/>
    <dgm:cxn modelId="{34DFEFBD-F688-4969-AA6F-AE22FF4A4344}" type="presParOf" srcId="{EF312BFB-CBA9-4598-A542-B49B85929BD8}" destId="{0F740E64-65A6-4907-8F05-11EEB4EDDBFD}" srcOrd="2" destOrd="0" presId="urn:microsoft.com/office/officeart/2018/5/layout/IconCircleLabelList"/>
    <dgm:cxn modelId="{96A8EBE4-0444-441B-9AE3-4FE77D1AA02B}" type="presParOf" srcId="{EF312BFB-CBA9-4598-A542-B49B85929BD8}" destId="{3324CDB9-5698-4048-9898-81683555AEE8}" srcOrd="3" destOrd="0" presId="urn:microsoft.com/office/officeart/2018/5/layout/IconCircleLabelList"/>
    <dgm:cxn modelId="{BC852998-A933-4D90-A561-CBE12327472C}" type="presParOf" srcId="{AFCF7425-9ABA-4631-B5FA-D5D8272D21D0}" destId="{113E75A0-4DC6-4ECB-9077-F79D8BE5F8DA}" srcOrd="1" destOrd="0" presId="urn:microsoft.com/office/officeart/2018/5/layout/IconCircleLabelList"/>
    <dgm:cxn modelId="{C39A1E5D-1FE2-45BB-BFC8-A7E36B3205A6}" type="presParOf" srcId="{AFCF7425-9ABA-4631-B5FA-D5D8272D21D0}" destId="{41159F1A-DAA5-47C6-808C-8A253637C0F7}" srcOrd="2" destOrd="0" presId="urn:microsoft.com/office/officeart/2018/5/layout/IconCircleLabelList"/>
    <dgm:cxn modelId="{0418338A-92BC-4153-B4B2-8D600A1724BA}" type="presParOf" srcId="{41159F1A-DAA5-47C6-808C-8A253637C0F7}" destId="{3957F138-F358-4531-BBF8-80BB47CCCD43}" srcOrd="0" destOrd="0" presId="urn:microsoft.com/office/officeart/2018/5/layout/IconCircleLabelList"/>
    <dgm:cxn modelId="{14F2AB22-6AFD-4D68-92A8-6DC6188C88F5}" type="presParOf" srcId="{41159F1A-DAA5-47C6-808C-8A253637C0F7}" destId="{1CD093F3-749C-487B-A548-EA7E04E0CB1F}" srcOrd="1" destOrd="0" presId="urn:microsoft.com/office/officeart/2018/5/layout/IconCircleLabelList"/>
    <dgm:cxn modelId="{8D7C7D2D-AA19-4FB4-9220-65ED62986410}" type="presParOf" srcId="{41159F1A-DAA5-47C6-808C-8A253637C0F7}" destId="{631F2A39-1E7F-42CE-B40E-C4A41443FF7E}" srcOrd="2" destOrd="0" presId="urn:microsoft.com/office/officeart/2018/5/layout/IconCircleLabelList"/>
    <dgm:cxn modelId="{85067A94-EB0E-4DE8-AACB-67DB3079F26E}" type="presParOf" srcId="{41159F1A-DAA5-47C6-808C-8A253637C0F7}" destId="{D7B6AE42-EC9D-4590-A3DF-4DC8FE0DDB33}" srcOrd="3" destOrd="0" presId="urn:microsoft.com/office/officeart/2018/5/layout/IconCircleLabelList"/>
    <dgm:cxn modelId="{FC8E388C-5022-4910-9306-57A7F13E1DEC}" type="presParOf" srcId="{AFCF7425-9ABA-4631-B5FA-D5D8272D21D0}" destId="{E3C6C523-CBC7-4AC3-961B-880E43000A17}" srcOrd="3" destOrd="0" presId="urn:microsoft.com/office/officeart/2018/5/layout/IconCircleLabelList"/>
    <dgm:cxn modelId="{C54B271F-D6D2-4CC3-83E2-FF4FCC246B39}" type="presParOf" srcId="{AFCF7425-9ABA-4631-B5FA-D5D8272D21D0}" destId="{A16A9225-CB36-4C74-AA92-16CE0DBA6E08}" srcOrd="4" destOrd="0" presId="urn:microsoft.com/office/officeart/2018/5/layout/IconCircleLabelList"/>
    <dgm:cxn modelId="{53BAF8D0-F094-47EE-B4C6-DB2108EF9E9A}" type="presParOf" srcId="{A16A9225-CB36-4C74-AA92-16CE0DBA6E08}" destId="{6A890E68-E798-4898-B8F1-73FCE77908AC}" srcOrd="0" destOrd="0" presId="urn:microsoft.com/office/officeart/2018/5/layout/IconCircleLabelList"/>
    <dgm:cxn modelId="{6029E6B7-5B0A-4259-80EB-00256DA380E8}" type="presParOf" srcId="{A16A9225-CB36-4C74-AA92-16CE0DBA6E08}" destId="{45D22F10-B87C-4D33-84CC-70EC680967D5}" srcOrd="1" destOrd="0" presId="urn:microsoft.com/office/officeart/2018/5/layout/IconCircleLabelList"/>
    <dgm:cxn modelId="{30DC6E1D-6689-4840-95D0-90E29EEE9C61}" type="presParOf" srcId="{A16A9225-CB36-4C74-AA92-16CE0DBA6E08}" destId="{D0942712-847C-4C69-ABE9-D64E4B084AEC}" srcOrd="2" destOrd="0" presId="urn:microsoft.com/office/officeart/2018/5/layout/IconCircleLabelList"/>
    <dgm:cxn modelId="{5679EAB9-95C2-4B96-A48F-4C212E955CC8}" type="presParOf" srcId="{A16A9225-CB36-4C74-AA92-16CE0DBA6E08}" destId="{ED94B37D-62EF-44DD-99C8-795DDB89F2F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F9CE34-C5AF-41EF-A07C-DE0AF124111E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CB6092ED-170C-4F1C-A6AB-FA0C1A10E1A0}">
      <dgm:prSet custT="1"/>
      <dgm:spPr>
        <a:ln>
          <a:solidFill>
            <a:srgbClr val="90D379"/>
          </a:solidFill>
        </a:ln>
      </dgm:spPr>
      <dgm:t>
        <a:bodyPr/>
        <a:lstStyle/>
        <a:p>
          <a:r>
            <a:rPr lang="en-US" sz="2000" dirty="0"/>
            <a:t>Binary patching</a:t>
          </a:r>
        </a:p>
      </dgm:t>
    </dgm:pt>
    <dgm:pt modelId="{4E8F52EA-7B54-4969-A262-E2FF7E09F312}" type="parTrans" cxnId="{5AC5D0F3-B3A8-4B7B-BE4B-E952B883B04B}">
      <dgm:prSet/>
      <dgm:spPr/>
      <dgm:t>
        <a:bodyPr/>
        <a:lstStyle/>
        <a:p>
          <a:endParaRPr lang="en-US"/>
        </a:p>
      </dgm:t>
    </dgm:pt>
    <dgm:pt modelId="{95A9E8B3-3C2F-4EA6-A2D6-88C71E03D8E4}" type="sibTrans" cxnId="{5AC5D0F3-B3A8-4B7B-BE4B-E952B883B04B}">
      <dgm:prSet/>
      <dgm:spPr/>
      <dgm:t>
        <a:bodyPr/>
        <a:lstStyle/>
        <a:p>
          <a:endParaRPr lang="en-US"/>
        </a:p>
      </dgm:t>
    </dgm:pt>
    <dgm:pt modelId="{FBC1E30E-FF0A-4FC5-9A5E-540B43ED829D}">
      <dgm:prSet custT="1"/>
      <dgm:spPr>
        <a:ln>
          <a:solidFill>
            <a:srgbClr val="90D379"/>
          </a:solidFill>
        </a:ln>
      </dgm:spPr>
      <dgm:t>
        <a:bodyPr/>
        <a:lstStyle/>
        <a:p>
          <a:r>
            <a:rPr lang="en-US" sz="2000" dirty="0"/>
            <a:t>Local resource modification </a:t>
          </a:r>
        </a:p>
      </dgm:t>
    </dgm:pt>
    <dgm:pt modelId="{3523C1C2-9911-4A8B-A47D-8AF2A800B56C}" type="parTrans" cxnId="{A64A01BF-93C1-4C83-9F77-531B46A6EE30}">
      <dgm:prSet/>
      <dgm:spPr/>
      <dgm:t>
        <a:bodyPr/>
        <a:lstStyle/>
        <a:p>
          <a:endParaRPr lang="en-US"/>
        </a:p>
      </dgm:t>
    </dgm:pt>
    <dgm:pt modelId="{D2416D45-D1F0-41DA-B93D-F70FC50ACCE2}" type="sibTrans" cxnId="{A64A01BF-93C1-4C83-9F77-531B46A6EE30}">
      <dgm:prSet/>
      <dgm:spPr/>
      <dgm:t>
        <a:bodyPr/>
        <a:lstStyle/>
        <a:p>
          <a:endParaRPr lang="en-US"/>
        </a:p>
      </dgm:t>
    </dgm:pt>
    <dgm:pt modelId="{9F3A310A-CABA-4FC6-90ED-0EB8A27EE02C}">
      <dgm:prSet custT="1"/>
      <dgm:spPr>
        <a:ln>
          <a:solidFill>
            <a:srgbClr val="90D379"/>
          </a:solidFill>
        </a:ln>
      </dgm:spPr>
      <dgm:t>
        <a:bodyPr/>
        <a:lstStyle/>
        <a:p>
          <a:r>
            <a:rPr lang="en-US" sz="2000" dirty="0"/>
            <a:t>Method hooking</a:t>
          </a:r>
        </a:p>
      </dgm:t>
    </dgm:pt>
    <dgm:pt modelId="{C444B478-E66F-49D3-96CE-D91BC727725A}" type="parTrans" cxnId="{72B83209-4DF6-4CD8-B6CF-701078BDC2F3}">
      <dgm:prSet/>
      <dgm:spPr/>
      <dgm:t>
        <a:bodyPr/>
        <a:lstStyle/>
        <a:p>
          <a:endParaRPr lang="en-US"/>
        </a:p>
      </dgm:t>
    </dgm:pt>
    <dgm:pt modelId="{BD050EA5-7311-473D-BC53-0E57ECCF8847}" type="sibTrans" cxnId="{72B83209-4DF6-4CD8-B6CF-701078BDC2F3}">
      <dgm:prSet/>
      <dgm:spPr/>
      <dgm:t>
        <a:bodyPr/>
        <a:lstStyle/>
        <a:p>
          <a:endParaRPr lang="en-US"/>
        </a:p>
      </dgm:t>
    </dgm:pt>
    <dgm:pt modelId="{80545BD8-6B57-467E-AE1C-D8D43C3B2BE2}">
      <dgm:prSet custT="1"/>
      <dgm:spPr>
        <a:ln>
          <a:solidFill>
            <a:srgbClr val="90D379"/>
          </a:solidFill>
        </a:ln>
      </dgm:spPr>
      <dgm:t>
        <a:bodyPr/>
        <a:lstStyle/>
        <a:p>
          <a:r>
            <a:rPr lang="en-US" sz="2000" dirty="0"/>
            <a:t>Method swizzling </a:t>
          </a:r>
        </a:p>
      </dgm:t>
    </dgm:pt>
    <dgm:pt modelId="{68C18BB5-E9BA-46E3-A909-39DCFA2F4E67}" type="parTrans" cxnId="{45DD0B13-0E00-4B40-9ADC-36D5EF117E50}">
      <dgm:prSet/>
      <dgm:spPr/>
      <dgm:t>
        <a:bodyPr/>
        <a:lstStyle/>
        <a:p>
          <a:endParaRPr lang="en-US"/>
        </a:p>
      </dgm:t>
    </dgm:pt>
    <dgm:pt modelId="{F5BB9B81-1536-4F6E-950D-E8FF4EF8F288}" type="sibTrans" cxnId="{45DD0B13-0E00-4B40-9ADC-36D5EF117E50}">
      <dgm:prSet/>
      <dgm:spPr/>
      <dgm:t>
        <a:bodyPr/>
        <a:lstStyle/>
        <a:p>
          <a:endParaRPr lang="en-US"/>
        </a:p>
      </dgm:t>
    </dgm:pt>
    <dgm:pt modelId="{66837384-DAF0-4BB6-8E80-7C0D59A2FDC3}">
      <dgm:prSet custT="1"/>
      <dgm:spPr>
        <a:ln>
          <a:solidFill>
            <a:srgbClr val="90D379"/>
          </a:solidFill>
        </a:ln>
      </dgm:spPr>
      <dgm:t>
        <a:bodyPr/>
        <a:lstStyle/>
        <a:p>
          <a:r>
            <a:rPr lang="en-US" sz="2000" dirty="0"/>
            <a:t>Dynamic memory modification</a:t>
          </a:r>
        </a:p>
      </dgm:t>
    </dgm:pt>
    <dgm:pt modelId="{EBE6CF7B-7FCF-48CB-A35C-68480EA1D862}" type="parTrans" cxnId="{1C166A55-9803-4DAF-8169-8423FA47CB76}">
      <dgm:prSet/>
      <dgm:spPr/>
      <dgm:t>
        <a:bodyPr/>
        <a:lstStyle/>
        <a:p>
          <a:endParaRPr lang="en-US"/>
        </a:p>
      </dgm:t>
    </dgm:pt>
    <dgm:pt modelId="{F9917259-3B4C-4AE1-B32D-8E9F8C8FCF86}" type="sibTrans" cxnId="{1C166A55-9803-4DAF-8169-8423FA47CB76}">
      <dgm:prSet/>
      <dgm:spPr/>
      <dgm:t>
        <a:bodyPr/>
        <a:lstStyle/>
        <a:p>
          <a:endParaRPr lang="en-US"/>
        </a:p>
      </dgm:t>
    </dgm:pt>
    <dgm:pt modelId="{6C507339-6C2B-0546-8CC1-07B6F3AB09A8}" type="pres">
      <dgm:prSet presAssocID="{7EF9CE34-C5AF-41EF-A07C-DE0AF124111E}" presName="linear" presStyleCnt="0">
        <dgm:presLayoutVars>
          <dgm:dir/>
          <dgm:animLvl val="lvl"/>
          <dgm:resizeHandles val="exact"/>
        </dgm:presLayoutVars>
      </dgm:prSet>
      <dgm:spPr/>
    </dgm:pt>
    <dgm:pt modelId="{1CFE0669-9A0C-834C-B3A0-0B95A85CF70A}" type="pres">
      <dgm:prSet presAssocID="{CB6092ED-170C-4F1C-A6AB-FA0C1A10E1A0}" presName="parentLin" presStyleCnt="0"/>
      <dgm:spPr/>
    </dgm:pt>
    <dgm:pt modelId="{61B5A601-FC78-6543-A095-557C47B4E973}" type="pres">
      <dgm:prSet presAssocID="{CB6092ED-170C-4F1C-A6AB-FA0C1A10E1A0}" presName="parentLeftMargin" presStyleLbl="node1" presStyleIdx="0" presStyleCnt="5"/>
      <dgm:spPr/>
    </dgm:pt>
    <dgm:pt modelId="{D682FE10-EDCF-3041-8E0C-23A464E18A56}" type="pres">
      <dgm:prSet presAssocID="{CB6092ED-170C-4F1C-A6AB-FA0C1A10E1A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15E3549-6CA0-8044-86AD-4490B22479F6}" type="pres">
      <dgm:prSet presAssocID="{CB6092ED-170C-4F1C-A6AB-FA0C1A10E1A0}" presName="negativeSpace" presStyleCnt="0"/>
      <dgm:spPr/>
    </dgm:pt>
    <dgm:pt modelId="{63EF3764-E68F-4741-B439-268BB3920329}" type="pres">
      <dgm:prSet presAssocID="{CB6092ED-170C-4F1C-A6AB-FA0C1A10E1A0}" presName="childText" presStyleLbl="conFgAcc1" presStyleIdx="0" presStyleCnt="5" custLinFactY="-18953" custLinFactNeighborX="-13152" custLinFactNeighborY="-100000">
        <dgm:presLayoutVars>
          <dgm:bulletEnabled val="1"/>
        </dgm:presLayoutVars>
      </dgm:prSet>
      <dgm:spPr>
        <a:solidFill>
          <a:srgbClr val="6AC7DB"/>
        </a:solidFill>
        <a:ln>
          <a:noFill/>
        </a:ln>
      </dgm:spPr>
    </dgm:pt>
    <dgm:pt modelId="{025EBE60-8BD0-7C43-979E-C6358C9CC0C8}" type="pres">
      <dgm:prSet presAssocID="{95A9E8B3-3C2F-4EA6-A2D6-88C71E03D8E4}" presName="spaceBetweenRectangles" presStyleCnt="0"/>
      <dgm:spPr/>
    </dgm:pt>
    <dgm:pt modelId="{BAF2CD44-C40D-2E42-90E0-8391A3ED3D04}" type="pres">
      <dgm:prSet presAssocID="{FBC1E30E-FF0A-4FC5-9A5E-540B43ED829D}" presName="parentLin" presStyleCnt="0"/>
      <dgm:spPr/>
    </dgm:pt>
    <dgm:pt modelId="{B2265A9C-BB66-7746-AE28-4E6550083663}" type="pres">
      <dgm:prSet presAssocID="{FBC1E30E-FF0A-4FC5-9A5E-540B43ED829D}" presName="parentLeftMargin" presStyleLbl="node1" presStyleIdx="0" presStyleCnt="5"/>
      <dgm:spPr/>
    </dgm:pt>
    <dgm:pt modelId="{B2085594-99F6-B749-8508-E3F4EA587A6A}" type="pres">
      <dgm:prSet presAssocID="{FBC1E30E-FF0A-4FC5-9A5E-540B43ED829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16D7F8B-1588-FC43-B939-17839C8C7445}" type="pres">
      <dgm:prSet presAssocID="{FBC1E30E-FF0A-4FC5-9A5E-540B43ED829D}" presName="negativeSpace" presStyleCnt="0"/>
      <dgm:spPr/>
    </dgm:pt>
    <dgm:pt modelId="{4551F7BA-5287-6C47-BC98-09A86E271716}" type="pres">
      <dgm:prSet presAssocID="{FBC1E30E-FF0A-4FC5-9A5E-540B43ED829D}" presName="childText" presStyleLbl="conFgAcc1" presStyleIdx="1" presStyleCnt="5">
        <dgm:presLayoutVars>
          <dgm:bulletEnabled val="1"/>
        </dgm:presLayoutVars>
      </dgm:prSet>
      <dgm:spPr>
        <a:solidFill>
          <a:srgbClr val="6AC7DB">
            <a:alpha val="90000"/>
          </a:srgbClr>
        </a:solidFill>
        <a:ln>
          <a:noFill/>
        </a:ln>
      </dgm:spPr>
    </dgm:pt>
    <dgm:pt modelId="{CFAD6472-64D2-C540-B54F-473F365E7C0A}" type="pres">
      <dgm:prSet presAssocID="{D2416D45-D1F0-41DA-B93D-F70FC50ACCE2}" presName="spaceBetweenRectangles" presStyleCnt="0"/>
      <dgm:spPr/>
    </dgm:pt>
    <dgm:pt modelId="{9695D92F-236E-184F-84D0-FE7B736C4D6C}" type="pres">
      <dgm:prSet presAssocID="{9F3A310A-CABA-4FC6-90ED-0EB8A27EE02C}" presName="parentLin" presStyleCnt="0"/>
      <dgm:spPr/>
    </dgm:pt>
    <dgm:pt modelId="{0651292C-88F7-084E-A327-AAA00F8CB7AD}" type="pres">
      <dgm:prSet presAssocID="{9F3A310A-CABA-4FC6-90ED-0EB8A27EE02C}" presName="parentLeftMargin" presStyleLbl="node1" presStyleIdx="1" presStyleCnt="5"/>
      <dgm:spPr/>
    </dgm:pt>
    <dgm:pt modelId="{F5E33EF0-520D-514F-84DC-5241506C9EB3}" type="pres">
      <dgm:prSet presAssocID="{9F3A310A-CABA-4FC6-90ED-0EB8A27EE0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E9F59C-D0B5-5F42-99B9-B527E325206C}" type="pres">
      <dgm:prSet presAssocID="{9F3A310A-CABA-4FC6-90ED-0EB8A27EE02C}" presName="negativeSpace" presStyleCnt="0"/>
      <dgm:spPr/>
    </dgm:pt>
    <dgm:pt modelId="{9F92E22F-791B-6644-91D2-31D37FF74F07}" type="pres">
      <dgm:prSet presAssocID="{9F3A310A-CABA-4FC6-90ED-0EB8A27EE02C}" presName="childText" presStyleLbl="conFgAcc1" presStyleIdx="2" presStyleCnt="5">
        <dgm:presLayoutVars>
          <dgm:bulletEnabled val="1"/>
        </dgm:presLayoutVars>
      </dgm:prSet>
      <dgm:spPr>
        <a:solidFill>
          <a:srgbClr val="6AC7DB">
            <a:alpha val="90000"/>
          </a:srgbClr>
        </a:solidFill>
        <a:ln>
          <a:noFill/>
        </a:ln>
      </dgm:spPr>
    </dgm:pt>
    <dgm:pt modelId="{7FE44F1E-F006-9348-BB85-D7A5E1C0E356}" type="pres">
      <dgm:prSet presAssocID="{BD050EA5-7311-473D-BC53-0E57ECCF8847}" presName="spaceBetweenRectangles" presStyleCnt="0"/>
      <dgm:spPr/>
    </dgm:pt>
    <dgm:pt modelId="{A31F55BD-DC3F-B543-B934-7E42358806E7}" type="pres">
      <dgm:prSet presAssocID="{80545BD8-6B57-467E-AE1C-D8D43C3B2BE2}" presName="parentLin" presStyleCnt="0"/>
      <dgm:spPr/>
    </dgm:pt>
    <dgm:pt modelId="{6CB8EE96-545C-6E4A-8973-00827A3446ED}" type="pres">
      <dgm:prSet presAssocID="{80545BD8-6B57-467E-AE1C-D8D43C3B2BE2}" presName="parentLeftMargin" presStyleLbl="node1" presStyleIdx="2" presStyleCnt="5"/>
      <dgm:spPr/>
    </dgm:pt>
    <dgm:pt modelId="{EFD8DB67-23F4-C347-A328-5BCD5193EAF5}" type="pres">
      <dgm:prSet presAssocID="{80545BD8-6B57-467E-AE1C-D8D43C3B2BE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A8EA7F3-5F35-3848-8895-EDC79087FE0F}" type="pres">
      <dgm:prSet presAssocID="{80545BD8-6B57-467E-AE1C-D8D43C3B2BE2}" presName="negativeSpace" presStyleCnt="0"/>
      <dgm:spPr/>
    </dgm:pt>
    <dgm:pt modelId="{C4FABD88-570C-8940-A42B-F35A25EB7F17}" type="pres">
      <dgm:prSet presAssocID="{80545BD8-6B57-467E-AE1C-D8D43C3B2BE2}" presName="childText" presStyleLbl="conFgAcc1" presStyleIdx="3" presStyleCnt="5">
        <dgm:presLayoutVars>
          <dgm:bulletEnabled val="1"/>
        </dgm:presLayoutVars>
      </dgm:prSet>
      <dgm:spPr>
        <a:solidFill>
          <a:srgbClr val="6AC7DB">
            <a:alpha val="90000"/>
          </a:srgbClr>
        </a:solidFill>
        <a:ln>
          <a:noFill/>
        </a:ln>
      </dgm:spPr>
    </dgm:pt>
    <dgm:pt modelId="{2264606A-A975-9243-8602-54088CDEE395}" type="pres">
      <dgm:prSet presAssocID="{F5BB9B81-1536-4F6E-950D-E8FF4EF8F288}" presName="spaceBetweenRectangles" presStyleCnt="0"/>
      <dgm:spPr/>
    </dgm:pt>
    <dgm:pt modelId="{B039A09F-314B-0647-849E-FE2CC67BD929}" type="pres">
      <dgm:prSet presAssocID="{66837384-DAF0-4BB6-8E80-7C0D59A2FDC3}" presName="parentLin" presStyleCnt="0"/>
      <dgm:spPr/>
    </dgm:pt>
    <dgm:pt modelId="{7A5EA395-D7D9-8945-B20C-FF23317F116F}" type="pres">
      <dgm:prSet presAssocID="{66837384-DAF0-4BB6-8E80-7C0D59A2FDC3}" presName="parentLeftMargin" presStyleLbl="node1" presStyleIdx="3" presStyleCnt="5"/>
      <dgm:spPr/>
    </dgm:pt>
    <dgm:pt modelId="{A756E7DC-B6C6-F443-84E7-D4B399A95A9C}" type="pres">
      <dgm:prSet presAssocID="{66837384-DAF0-4BB6-8E80-7C0D59A2FDC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C99388F-B21C-1842-9A1A-016682A48DF7}" type="pres">
      <dgm:prSet presAssocID="{66837384-DAF0-4BB6-8E80-7C0D59A2FDC3}" presName="negativeSpace" presStyleCnt="0"/>
      <dgm:spPr/>
    </dgm:pt>
    <dgm:pt modelId="{2EC484AF-F27A-AC48-BDB5-7627F4BA2082}" type="pres">
      <dgm:prSet presAssocID="{66837384-DAF0-4BB6-8E80-7C0D59A2FDC3}" presName="childText" presStyleLbl="conFgAcc1" presStyleIdx="4" presStyleCnt="5">
        <dgm:presLayoutVars>
          <dgm:bulletEnabled val="1"/>
        </dgm:presLayoutVars>
      </dgm:prSet>
      <dgm:spPr>
        <a:solidFill>
          <a:srgbClr val="6AC7DB">
            <a:alpha val="90000"/>
          </a:srgbClr>
        </a:solidFill>
        <a:ln>
          <a:noFill/>
        </a:ln>
      </dgm:spPr>
    </dgm:pt>
  </dgm:ptLst>
  <dgm:cxnLst>
    <dgm:cxn modelId="{6562A500-F6D6-B04D-B597-0B0CB3706C30}" type="presOf" srcId="{80545BD8-6B57-467E-AE1C-D8D43C3B2BE2}" destId="{EFD8DB67-23F4-C347-A328-5BCD5193EAF5}" srcOrd="1" destOrd="0" presId="urn:microsoft.com/office/officeart/2005/8/layout/list1"/>
    <dgm:cxn modelId="{72B83209-4DF6-4CD8-B6CF-701078BDC2F3}" srcId="{7EF9CE34-C5AF-41EF-A07C-DE0AF124111E}" destId="{9F3A310A-CABA-4FC6-90ED-0EB8A27EE02C}" srcOrd="2" destOrd="0" parTransId="{C444B478-E66F-49D3-96CE-D91BC727725A}" sibTransId="{BD050EA5-7311-473D-BC53-0E57ECCF8847}"/>
    <dgm:cxn modelId="{87F9600B-4DDC-AD42-92B8-904D2B824A48}" type="presOf" srcId="{9F3A310A-CABA-4FC6-90ED-0EB8A27EE02C}" destId="{F5E33EF0-520D-514F-84DC-5241506C9EB3}" srcOrd="1" destOrd="0" presId="urn:microsoft.com/office/officeart/2005/8/layout/list1"/>
    <dgm:cxn modelId="{45DD0B13-0E00-4B40-9ADC-36D5EF117E50}" srcId="{7EF9CE34-C5AF-41EF-A07C-DE0AF124111E}" destId="{80545BD8-6B57-467E-AE1C-D8D43C3B2BE2}" srcOrd="3" destOrd="0" parTransId="{68C18BB5-E9BA-46E3-A909-39DCFA2F4E67}" sibTransId="{F5BB9B81-1536-4F6E-950D-E8FF4EF8F288}"/>
    <dgm:cxn modelId="{62809A27-AB48-C240-9BF9-BBA865F3C529}" type="presOf" srcId="{FBC1E30E-FF0A-4FC5-9A5E-540B43ED829D}" destId="{B2085594-99F6-B749-8508-E3F4EA587A6A}" srcOrd="1" destOrd="0" presId="urn:microsoft.com/office/officeart/2005/8/layout/list1"/>
    <dgm:cxn modelId="{5249AE2E-71D0-AB42-9F91-F6B265C7D4AD}" type="presOf" srcId="{9F3A310A-CABA-4FC6-90ED-0EB8A27EE02C}" destId="{0651292C-88F7-084E-A327-AAA00F8CB7AD}" srcOrd="0" destOrd="0" presId="urn:microsoft.com/office/officeart/2005/8/layout/list1"/>
    <dgm:cxn modelId="{716DD331-A8B9-C54F-849F-F5B071753DC8}" type="presOf" srcId="{66837384-DAF0-4BB6-8E80-7C0D59A2FDC3}" destId="{7A5EA395-D7D9-8945-B20C-FF23317F116F}" srcOrd="0" destOrd="0" presId="urn:microsoft.com/office/officeart/2005/8/layout/list1"/>
    <dgm:cxn modelId="{912DFF34-36BA-8C44-A638-0F3F95D2BC25}" type="presOf" srcId="{CB6092ED-170C-4F1C-A6AB-FA0C1A10E1A0}" destId="{D682FE10-EDCF-3041-8E0C-23A464E18A56}" srcOrd="1" destOrd="0" presId="urn:microsoft.com/office/officeart/2005/8/layout/list1"/>
    <dgm:cxn modelId="{8DFD2548-5232-A540-B9BC-4EFA5B139C49}" type="presOf" srcId="{CB6092ED-170C-4F1C-A6AB-FA0C1A10E1A0}" destId="{61B5A601-FC78-6543-A095-557C47B4E973}" srcOrd="0" destOrd="0" presId="urn:microsoft.com/office/officeart/2005/8/layout/list1"/>
    <dgm:cxn modelId="{1C166A55-9803-4DAF-8169-8423FA47CB76}" srcId="{7EF9CE34-C5AF-41EF-A07C-DE0AF124111E}" destId="{66837384-DAF0-4BB6-8E80-7C0D59A2FDC3}" srcOrd="4" destOrd="0" parTransId="{EBE6CF7B-7FCF-48CB-A35C-68480EA1D862}" sibTransId="{F9917259-3B4C-4AE1-B32D-8E9F8C8FCF86}"/>
    <dgm:cxn modelId="{0D406D81-09F1-8B4E-ABB4-DCF3C165338A}" type="presOf" srcId="{80545BD8-6B57-467E-AE1C-D8D43C3B2BE2}" destId="{6CB8EE96-545C-6E4A-8973-00827A3446ED}" srcOrd="0" destOrd="0" presId="urn:microsoft.com/office/officeart/2005/8/layout/list1"/>
    <dgm:cxn modelId="{02681A8B-9512-F743-8981-766826D73D35}" type="presOf" srcId="{7EF9CE34-C5AF-41EF-A07C-DE0AF124111E}" destId="{6C507339-6C2B-0546-8CC1-07B6F3AB09A8}" srcOrd="0" destOrd="0" presId="urn:microsoft.com/office/officeart/2005/8/layout/list1"/>
    <dgm:cxn modelId="{A64A01BF-93C1-4C83-9F77-531B46A6EE30}" srcId="{7EF9CE34-C5AF-41EF-A07C-DE0AF124111E}" destId="{FBC1E30E-FF0A-4FC5-9A5E-540B43ED829D}" srcOrd="1" destOrd="0" parTransId="{3523C1C2-9911-4A8B-A47D-8AF2A800B56C}" sibTransId="{D2416D45-D1F0-41DA-B93D-F70FC50ACCE2}"/>
    <dgm:cxn modelId="{8D3F6ED3-4656-5940-A5C1-3BBC8EADC2B9}" type="presOf" srcId="{66837384-DAF0-4BB6-8E80-7C0D59A2FDC3}" destId="{A756E7DC-B6C6-F443-84E7-D4B399A95A9C}" srcOrd="1" destOrd="0" presId="urn:microsoft.com/office/officeart/2005/8/layout/list1"/>
    <dgm:cxn modelId="{60EEBAEF-8833-EA47-B891-348F04BC69ED}" type="presOf" srcId="{FBC1E30E-FF0A-4FC5-9A5E-540B43ED829D}" destId="{B2265A9C-BB66-7746-AE28-4E6550083663}" srcOrd="0" destOrd="0" presId="urn:microsoft.com/office/officeart/2005/8/layout/list1"/>
    <dgm:cxn modelId="{5AC5D0F3-B3A8-4B7B-BE4B-E952B883B04B}" srcId="{7EF9CE34-C5AF-41EF-A07C-DE0AF124111E}" destId="{CB6092ED-170C-4F1C-A6AB-FA0C1A10E1A0}" srcOrd="0" destOrd="0" parTransId="{4E8F52EA-7B54-4969-A262-E2FF7E09F312}" sibTransId="{95A9E8B3-3C2F-4EA6-A2D6-88C71E03D8E4}"/>
    <dgm:cxn modelId="{6FB437A3-090D-2243-AB83-7078A266202F}" type="presParOf" srcId="{6C507339-6C2B-0546-8CC1-07B6F3AB09A8}" destId="{1CFE0669-9A0C-834C-B3A0-0B95A85CF70A}" srcOrd="0" destOrd="0" presId="urn:microsoft.com/office/officeart/2005/8/layout/list1"/>
    <dgm:cxn modelId="{4B4AEA88-A63C-6242-ADB1-F95FBBEF4E93}" type="presParOf" srcId="{1CFE0669-9A0C-834C-B3A0-0B95A85CF70A}" destId="{61B5A601-FC78-6543-A095-557C47B4E973}" srcOrd="0" destOrd="0" presId="urn:microsoft.com/office/officeart/2005/8/layout/list1"/>
    <dgm:cxn modelId="{FA3901FF-3EAA-A543-9C0B-0C168DFBE957}" type="presParOf" srcId="{1CFE0669-9A0C-834C-B3A0-0B95A85CF70A}" destId="{D682FE10-EDCF-3041-8E0C-23A464E18A56}" srcOrd="1" destOrd="0" presId="urn:microsoft.com/office/officeart/2005/8/layout/list1"/>
    <dgm:cxn modelId="{204B0C6B-24F5-5F48-9DA7-BD1CA8C4C27A}" type="presParOf" srcId="{6C507339-6C2B-0546-8CC1-07B6F3AB09A8}" destId="{515E3549-6CA0-8044-86AD-4490B22479F6}" srcOrd="1" destOrd="0" presId="urn:microsoft.com/office/officeart/2005/8/layout/list1"/>
    <dgm:cxn modelId="{0B775A69-2248-8740-B915-2054E24649B0}" type="presParOf" srcId="{6C507339-6C2B-0546-8CC1-07B6F3AB09A8}" destId="{63EF3764-E68F-4741-B439-268BB3920329}" srcOrd="2" destOrd="0" presId="urn:microsoft.com/office/officeart/2005/8/layout/list1"/>
    <dgm:cxn modelId="{09A41A9E-BFBC-F443-B13D-9BE32728D9D6}" type="presParOf" srcId="{6C507339-6C2B-0546-8CC1-07B6F3AB09A8}" destId="{025EBE60-8BD0-7C43-979E-C6358C9CC0C8}" srcOrd="3" destOrd="0" presId="urn:microsoft.com/office/officeart/2005/8/layout/list1"/>
    <dgm:cxn modelId="{2C62D315-4612-974E-B3C9-721A8A505EDF}" type="presParOf" srcId="{6C507339-6C2B-0546-8CC1-07B6F3AB09A8}" destId="{BAF2CD44-C40D-2E42-90E0-8391A3ED3D04}" srcOrd="4" destOrd="0" presId="urn:microsoft.com/office/officeart/2005/8/layout/list1"/>
    <dgm:cxn modelId="{01837487-D717-B84C-8D2B-E0D3A8A9F21D}" type="presParOf" srcId="{BAF2CD44-C40D-2E42-90E0-8391A3ED3D04}" destId="{B2265A9C-BB66-7746-AE28-4E6550083663}" srcOrd="0" destOrd="0" presId="urn:microsoft.com/office/officeart/2005/8/layout/list1"/>
    <dgm:cxn modelId="{37C08034-CBA7-5F43-B9E1-09EC7BD5E64E}" type="presParOf" srcId="{BAF2CD44-C40D-2E42-90E0-8391A3ED3D04}" destId="{B2085594-99F6-B749-8508-E3F4EA587A6A}" srcOrd="1" destOrd="0" presId="urn:microsoft.com/office/officeart/2005/8/layout/list1"/>
    <dgm:cxn modelId="{BEAD4491-B9B2-8B40-BF3A-7D11609CF2C0}" type="presParOf" srcId="{6C507339-6C2B-0546-8CC1-07B6F3AB09A8}" destId="{216D7F8B-1588-FC43-B939-17839C8C7445}" srcOrd="5" destOrd="0" presId="urn:microsoft.com/office/officeart/2005/8/layout/list1"/>
    <dgm:cxn modelId="{38A7F85F-0F8B-984E-87DD-EF80C2BCE45F}" type="presParOf" srcId="{6C507339-6C2B-0546-8CC1-07B6F3AB09A8}" destId="{4551F7BA-5287-6C47-BC98-09A86E271716}" srcOrd="6" destOrd="0" presId="urn:microsoft.com/office/officeart/2005/8/layout/list1"/>
    <dgm:cxn modelId="{2E9B13AF-1150-214D-9AD1-FD2B14167691}" type="presParOf" srcId="{6C507339-6C2B-0546-8CC1-07B6F3AB09A8}" destId="{CFAD6472-64D2-C540-B54F-473F365E7C0A}" srcOrd="7" destOrd="0" presId="urn:microsoft.com/office/officeart/2005/8/layout/list1"/>
    <dgm:cxn modelId="{4D00BF3D-0294-4241-97CE-4B50901A6177}" type="presParOf" srcId="{6C507339-6C2B-0546-8CC1-07B6F3AB09A8}" destId="{9695D92F-236E-184F-84D0-FE7B736C4D6C}" srcOrd="8" destOrd="0" presId="urn:microsoft.com/office/officeart/2005/8/layout/list1"/>
    <dgm:cxn modelId="{BB4C4E0D-875B-034F-810F-9E1B664F8622}" type="presParOf" srcId="{9695D92F-236E-184F-84D0-FE7B736C4D6C}" destId="{0651292C-88F7-084E-A327-AAA00F8CB7AD}" srcOrd="0" destOrd="0" presId="urn:microsoft.com/office/officeart/2005/8/layout/list1"/>
    <dgm:cxn modelId="{22EA54CD-1106-4345-8C03-27C7DD84B0B2}" type="presParOf" srcId="{9695D92F-236E-184F-84D0-FE7B736C4D6C}" destId="{F5E33EF0-520D-514F-84DC-5241506C9EB3}" srcOrd="1" destOrd="0" presId="urn:microsoft.com/office/officeart/2005/8/layout/list1"/>
    <dgm:cxn modelId="{78EF9A08-55E5-574C-9718-EFE1C9A3D735}" type="presParOf" srcId="{6C507339-6C2B-0546-8CC1-07B6F3AB09A8}" destId="{4DE9F59C-D0B5-5F42-99B9-B527E325206C}" srcOrd="9" destOrd="0" presId="urn:microsoft.com/office/officeart/2005/8/layout/list1"/>
    <dgm:cxn modelId="{6628056C-1AE8-3B41-BB79-280727E81903}" type="presParOf" srcId="{6C507339-6C2B-0546-8CC1-07B6F3AB09A8}" destId="{9F92E22F-791B-6644-91D2-31D37FF74F07}" srcOrd="10" destOrd="0" presId="urn:microsoft.com/office/officeart/2005/8/layout/list1"/>
    <dgm:cxn modelId="{77B8C5F6-437D-034C-9E94-0D99C2D6A04A}" type="presParOf" srcId="{6C507339-6C2B-0546-8CC1-07B6F3AB09A8}" destId="{7FE44F1E-F006-9348-BB85-D7A5E1C0E356}" srcOrd="11" destOrd="0" presId="urn:microsoft.com/office/officeart/2005/8/layout/list1"/>
    <dgm:cxn modelId="{9A9F56B0-80FB-3D46-89D0-CCB2287B3BF1}" type="presParOf" srcId="{6C507339-6C2B-0546-8CC1-07B6F3AB09A8}" destId="{A31F55BD-DC3F-B543-B934-7E42358806E7}" srcOrd="12" destOrd="0" presId="urn:microsoft.com/office/officeart/2005/8/layout/list1"/>
    <dgm:cxn modelId="{44987B6B-4C60-2948-9C01-1DB70213370B}" type="presParOf" srcId="{A31F55BD-DC3F-B543-B934-7E42358806E7}" destId="{6CB8EE96-545C-6E4A-8973-00827A3446ED}" srcOrd="0" destOrd="0" presId="urn:microsoft.com/office/officeart/2005/8/layout/list1"/>
    <dgm:cxn modelId="{7D4E3C4C-D284-FD47-9979-EF15F460DCAE}" type="presParOf" srcId="{A31F55BD-DC3F-B543-B934-7E42358806E7}" destId="{EFD8DB67-23F4-C347-A328-5BCD5193EAF5}" srcOrd="1" destOrd="0" presId="urn:microsoft.com/office/officeart/2005/8/layout/list1"/>
    <dgm:cxn modelId="{1D4CCBC4-61A3-7743-8AD2-9554569E6348}" type="presParOf" srcId="{6C507339-6C2B-0546-8CC1-07B6F3AB09A8}" destId="{8A8EA7F3-5F35-3848-8895-EDC79087FE0F}" srcOrd="13" destOrd="0" presId="urn:microsoft.com/office/officeart/2005/8/layout/list1"/>
    <dgm:cxn modelId="{0669BC6B-830F-2142-A70E-07A6A2CCA882}" type="presParOf" srcId="{6C507339-6C2B-0546-8CC1-07B6F3AB09A8}" destId="{C4FABD88-570C-8940-A42B-F35A25EB7F17}" srcOrd="14" destOrd="0" presId="urn:microsoft.com/office/officeart/2005/8/layout/list1"/>
    <dgm:cxn modelId="{0396D668-DA4A-ED4E-973A-B83F059E3EF8}" type="presParOf" srcId="{6C507339-6C2B-0546-8CC1-07B6F3AB09A8}" destId="{2264606A-A975-9243-8602-54088CDEE395}" srcOrd="15" destOrd="0" presId="urn:microsoft.com/office/officeart/2005/8/layout/list1"/>
    <dgm:cxn modelId="{64CB6C53-805E-A74D-B2AA-B558C10D9D3E}" type="presParOf" srcId="{6C507339-6C2B-0546-8CC1-07B6F3AB09A8}" destId="{B039A09F-314B-0647-849E-FE2CC67BD929}" srcOrd="16" destOrd="0" presId="urn:microsoft.com/office/officeart/2005/8/layout/list1"/>
    <dgm:cxn modelId="{D4DD5C36-3423-3943-A0C7-ADF48743FA62}" type="presParOf" srcId="{B039A09F-314B-0647-849E-FE2CC67BD929}" destId="{7A5EA395-D7D9-8945-B20C-FF23317F116F}" srcOrd="0" destOrd="0" presId="urn:microsoft.com/office/officeart/2005/8/layout/list1"/>
    <dgm:cxn modelId="{CDAABBD8-4EAB-FF4A-8017-59BC860A08E3}" type="presParOf" srcId="{B039A09F-314B-0647-849E-FE2CC67BD929}" destId="{A756E7DC-B6C6-F443-84E7-D4B399A95A9C}" srcOrd="1" destOrd="0" presId="urn:microsoft.com/office/officeart/2005/8/layout/list1"/>
    <dgm:cxn modelId="{A7816017-CEF5-CD48-9A98-4A5D65A7D5C9}" type="presParOf" srcId="{6C507339-6C2B-0546-8CC1-07B6F3AB09A8}" destId="{6C99388F-B21C-1842-9A1A-016682A48DF7}" srcOrd="17" destOrd="0" presId="urn:microsoft.com/office/officeart/2005/8/layout/list1"/>
    <dgm:cxn modelId="{840F9597-4834-4D47-B864-A1A001298021}" type="presParOf" srcId="{6C507339-6C2B-0546-8CC1-07B6F3AB09A8}" destId="{2EC484AF-F27A-AC48-BDB5-7627F4BA208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2F7C4-84A4-5C4D-8430-AF1EFCEB2E9A}">
      <dsp:nvSpPr>
        <dsp:cNvPr id="0" name=""/>
        <dsp:cNvSpPr/>
      </dsp:nvSpPr>
      <dsp:spPr>
        <a:xfrm>
          <a:off x="1254530" y="169749"/>
          <a:ext cx="2999137" cy="157338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Wrong assumption by developers that the files system on the portable device are not accessible by others.</a:t>
          </a:r>
        </a:p>
      </dsp:txBody>
      <dsp:txXfrm>
        <a:off x="1254530" y="169749"/>
        <a:ext cx="2999137" cy="1573386"/>
      </dsp:txXfrm>
    </dsp:sp>
    <dsp:sp modelId="{E5E41080-56AC-8743-8E1A-796E89F195BD}">
      <dsp:nvSpPr>
        <dsp:cNvPr id="0" name=""/>
        <dsp:cNvSpPr/>
      </dsp:nvSpPr>
      <dsp:spPr>
        <a:xfrm>
          <a:off x="672" y="2005367"/>
          <a:ext cx="2622311" cy="1573386"/>
        </a:xfrm>
        <a:prstGeom prst="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Jailbreaking a phone bypasses the security features of the phone or device.</a:t>
          </a:r>
        </a:p>
      </dsp:txBody>
      <dsp:txXfrm>
        <a:off x="672" y="2005367"/>
        <a:ext cx="2622311" cy="1573386"/>
      </dsp:txXfrm>
    </dsp:sp>
    <dsp:sp modelId="{BD6B5612-BA84-ED4B-B3B7-BD3CCECC5A28}">
      <dsp:nvSpPr>
        <dsp:cNvPr id="0" name=""/>
        <dsp:cNvSpPr/>
      </dsp:nvSpPr>
      <dsp:spPr>
        <a:xfrm>
          <a:off x="2885214" y="2005367"/>
          <a:ext cx="2622311" cy="1573386"/>
        </a:xfrm>
        <a:prstGeom prst="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Improper URL caching during the development process.</a:t>
          </a:r>
        </a:p>
      </dsp:txBody>
      <dsp:txXfrm>
        <a:off x="2885214" y="2005367"/>
        <a:ext cx="2622311" cy="15733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17C38-106B-42A1-AF9B-1011E191F2BE}">
      <dsp:nvSpPr>
        <dsp:cNvPr id="0" name=""/>
        <dsp:cNvSpPr/>
      </dsp:nvSpPr>
      <dsp:spPr>
        <a:xfrm>
          <a:off x="1321988" y="10830"/>
          <a:ext cx="1269562" cy="126956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3CD0F-D0B7-4F85-AA8C-1CD0D62D6235}">
      <dsp:nvSpPr>
        <dsp:cNvPr id="0" name=""/>
        <dsp:cNvSpPr/>
      </dsp:nvSpPr>
      <dsp:spPr>
        <a:xfrm>
          <a:off x="1592551" y="281393"/>
          <a:ext cx="728437" cy="728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4CDB9-5698-4048-9898-81683555AEE8}">
      <dsp:nvSpPr>
        <dsp:cNvPr id="0" name=""/>
        <dsp:cNvSpPr/>
      </dsp:nvSpPr>
      <dsp:spPr>
        <a:xfrm>
          <a:off x="916145" y="1675830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Insufficient Cryptography</a:t>
          </a:r>
        </a:p>
      </dsp:txBody>
      <dsp:txXfrm>
        <a:off x="916145" y="1675830"/>
        <a:ext cx="2081250" cy="720000"/>
      </dsp:txXfrm>
    </dsp:sp>
    <dsp:sp modelId="{3957F138-F358-4531-BBF8-80BB47CCCD43}">
      <dsp:nvSpPr>
        <dsp:cNvPr id="0" name=""/>
        <dsp:cNvSpPr/>
      </dsp:nvSpPr>
      <dsp:spPr>
        <a:xfrm>
          <a:off x="3767457" y="10830"/>
          <a:ext cx="1269562" cy="126956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093F3-749C-487B-A548-EA7E04E0CB1F}">
      <dsp:nvSpPr>
        <dsp:cNvPr id="0" name=""/>
        <dsp:cNvSpPr/>
      </dsp:nvSpPr>
      <dsp:spPr>
        <a:xfrm>
          <a:off x="4038020" y="281393"/>
          <a:ext cx="728437" cy="728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6AE42-EC9D-4590-A3DF-4DC8FE0DDB33}">
      <dsp:nvSpPr>
        <dsp:cNvPr id="0" name=""/>
        <dsp:cNvSpPr/>
      </dsp:nvSpPr>
      <dsp:spPr>
        <a:xfrm>
          <a:off x="3361613" y="1675830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Cryptography attempted however but not performed properly</a:t>
          </a:r>
        </a:p>
      </dsp:txBody>
      <dsp:txXfrm>
        <a:off x="3361613" y="1675830"/>
        <a:ext cx="2081250" cy="720000"/>
      </dsp:txXfrm>
    </dsp:sp>
    <dsp:sp modelId="{6A890E68-E798-4898-B8F1-73FCE77908AC}">
      <dsp:nvSpPr>
        <dsp:cNvPr id="0" name=""/>
        <dsp:cNvSpPr/>
      </dsp:nvSpPr>
      <dsp:spPr>
        <a:xfrm>
          <a:off x="2544723" y="2916143"/>
          <a:ext cx="1269562" cy="126956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D22F10-B87C-4D33-84CC-70EC680967D5}">
      <dsp:nvSpPr>
        <dsp:cNvPr id="0" name=""/>
        <dsp:cNvSpPr/>
      </dsp:nvSpPr>
      <dsp:spPr>
        <a:xfrm>
          <a:off x="2815285" y="3186705"/>
          <a:ext cx="728437" cy="728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4B37D-62EF-44DD-99C8-795DDB89F2F3}">
      <dsp:nvSpPr>
        <dsp:cNvPr id="0" name=""/>
        <dsp:cNvSpPr/>
      </dsp:nvSpPr>
      <dsp:spPr>
        <a:xfrm>
          <a:off x="2138879" y="4581143"/>
          <a:ext cx="20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Leads to leaking of sensitive information</a:t>
          </a:r>
        </a:p>
      </dsp:txBody>
      <dsp:txXfrm>
        <a:off x="2138879" y="4581143"/>
        <a:ext cx="208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F3764-E68F-4741-B439-268BB3920329}">
      <dsp:nvSpPr>
        <dsp:cNvPr id="0" name=""/>
        <dsp:cNvSpPr/>
      </dsp:nvSpPr>
      <dsp:spPr>
        <a:xfrm>
          <a:off x="0" y="184640"/>
          <a:ext cx="6342673" cy="453600"/>
        </a:xfrm>
        <a:prstGeom prst="rect">
          <a:avLst/>
        </a:prstGeom>
        <a:solidFill>
          <a:srgbClr val="6AC7DB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2FE10-EDCF-3041-8E0C-23A464E18A56}">
      <dsp:nvSpPr>
        <dsp:cNvPr id="0" name=""/>
        <dsp:cNvSpPr/>
      </dsp:nvSpPr>
      <dsp:spPr>
        <a:xfrm>
          <a:off x="317133" y="102131"/>
          <a:ext cx="4439871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0D37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17" tIns="0" rIns="16781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Binary patching</a:t>
          </a:r>
        </a:p>
      </dsp:txBody>
      <dsp:txXfrm>
        <a:off x="343072" y="128070"/>
        <a:ext cx="4387993" cy="479482"/>
      </dsp:txXfrm>
    </dsp:sp>
    <dsp:sp modelId="{4551F7BA-5287-6C47-BC98-09A86E271716}">
      <dsp:nvSpPr>
        <dsp:cNvPr id="0" name=""/>
        <dsp:cNvSpPr/>
      </dsp:nvSpPr>
      <dsp:spPr>
        <a:xfrm>
          <a:off x="0" y="1184290"/>
          <a:ext cx="6342673" cy="453600"/>
        </a:xfrm>
        <a:prstGeom prst="rect">
          <a:avLst/>
        </a:prstGeom>
        <a:solidFill>
          <a:srgbClr val="6AC7DB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85594-99F6-B749-8508-E3F4EA587A6A}">
      <dsp:nvSpPr>
        <dsp:cNvPr id="0" name=""/>
        <dsp:cNvSpPr/>
      </dsp:nvSpPr>
      <dsp:spPr>
        <a:xfrm>
          <a:off x="317133" y="918611"/>
          <a:ext cx="4439871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0D37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17" tIns="0" rIns="16781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Local resource modification </a:t>
          </a:r>
        </a:p>
      </dsp:txBody>
      <dsp:txXfrm>
        <a:off x="343072" y="944550"/>
        <a:ext cx="4387993" cy="479482"/>
      </dsp:txXfrm>
    </dsp:sp>
    <dsp:sp modelId="{9F92E22F-791B-6644-91D2-31D37FF74F07}">
      <dsp:nvSpPr>
        <dsp:cNvPr id="0" name=""/>
        <dsp:cNvSpPr/>
      </dsp:nvSpPr>
      <dsp:spPr>
        <a:xfrm>
          <a:off x="0" y="2000771"/>
          <a:ext cx="6342673" cy="453600"/>
        </a:xfrm>
        <a:prstGeom prst="rect">
          <a:avLst/>
        </a:prstGeom>
        <a:solidFill>
          <a:srgbClr val="6AC7DB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33EF0-520D-514F-84DC-5241506C9EB3}">
      <dsp:nvSpPr>
        <dsp:cNvPr id="0" name=""/>
        <dsp:cNvSpPr/>
      </dsp:nvSpPr>
      <dsp:spPr>
        <a:xfrm>
          <a:off x="317133" y="1735091"/>
          <a:ext cx="4439871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0D37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17" tIns="0" rIns="16781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 hooking</a:t>
          </a:r>
        </a:p>
      </dsp:txBody>
      <dsp:txXfrm>
        <a:off x="343072" y="1761030"/>
        <a:ext cx="4387993" cy="479482"/>
      </dsp:txXfrm>
    </dsp:sp>
    <dsp:sp modelId="{C4FABD88-570C-8940-A42B-F35A25EB7F17}">
      <dsp:nvSpPr>
        <dsp:cNvPr id="0" name=""/>
        <dsp:cNvSpPr/>
      </dsp:nvSpPr>
      <dsp:spPr>
        <a:xfrm>
          <a:off x="0" y="2817251"/>
          <a:ext cx="6342673" cy="453600"/>
        </a:xfrm>
        <a:prstGeom prst="rect">
          <a:avLst/>
        </a:prstGeom>
        <a:solidFill>
          <a:srgbClr val="6AC7DB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8DB67-23F4-C347-A328-5BCD5193EAF5}">
      <dsp:nvSpPr>
        <dsp:cNvPr id="0" name=""/>
        <dsp:cNvSpPr/>
      </dsp:nvSpPr>
      <dsp:spPr>
        <a:xfrm>
          <a:off x="317133" y="2551570"/>
          <a:ext cx="4439871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0D37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17" tIns="0" rIns="16781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 swizzling </a:t>
          </a:r>
        </a:p>
      </dsp:txBody>
      <dsp:txXfrm>
        <a:off x="343072" y="2577509"/>
        <a:ext cx="4387993" cy="479482"/>
      </dsp:txXfrm>
    </dsp:sp>
    <dsp:sp modelId="{2EC484AF-F27A-AC48-BDB5-7627F4BA2082}">
      <dsp:nvSpPr>
        <dsp:cNvPr id="0" name=""/>
        <dsp:cNvSpPr/>
      </dsp:nvSpPr>
      <dsp:spPr>
        <a:xfrm>
          <a:off x="0" y="3633731"/>
          <a:ext cx="6342673" cy="453600"/>
        </a:xfrm>
        <a:prstGeom prst="rect">
          <a:avLst/>
        </a:prstGeom>
        <a:solidFill>
          <a:srgbClr val="6AC7DB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56E7DC-B6C6-F443-84E7-D4B399A95A9C}">
      <dsp:nvSpPr>
        <dsp:cNvPr id="0" name=""/>
        <dsp:cNvSpPr/>
      </dsp:nvSpPr>
      <dsp:spPr>
        <a:xfrm>
          <a:off x="317133" y="3368051"/>
          <a:ext cx="4439871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90D37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817" tIns="0" rIns="16781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Dynamic memory modification</a:t>
          </a:r>
        </a:p>
      </dsp:txBody>
      <dsp:txXfrm>
        <a:off x="343072" y="3393990"/>
        <a:ext cx="4387993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48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4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4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59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11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26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8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57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96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434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921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310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586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3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Digital padlock art">
            <a:extLst>
              <a:ext uri="{FF2B5EF4-FFF2-40B4-BE49-F238E27FC236}">
                <a16:creationId xmlns:a16="http://schemas.microsoft.com/office/drawing/2014/main" id="{37BBC70D-E327-FD8A-BE9E-25CF0A712E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06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5200"/>
              <a:t>Mobile Hacking Threats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4629150"/>
            <a:ext cx="3973513" cy="1485900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OWASP Top 10 Mobile Risk</a:t>
            </a:r>
          </a:p>
          <a:p>
            <a:pPr marL="0" indent="0">
              <a:buNone/>
            </a:pPr>
            <a:r>
              <a:rPr lang="en-US" sz="2400" dirty="0"/>
              <a:t>Volume 4, Module 2, v12, with v13 additions at the end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335" t="1" r="13511" b="1"/>
          <a:stretch/>
        </p:blipFill>
        <p:spPr>
          <a:xfrm>
            <a:off x="3210201" y="1"/>
            <a:ext cx="8978750" cy="685799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98194" y="292626"/>
            <a:ext cx="5017914" cy="9941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chemeClr val="tx1"/>
                </a:solidFill>
                <a:latin typeface="+mn-lt"/>
              </a:rPr>
              <a:t>Improper Platform Usage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481914" y="2219217"/>
            <a:ext cx="3566104" cy="3957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400"/>
              </a:spcBef>
              <a:spcAft>
                <a:spcPts val="3600"/>
              </a:spcAft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Platform misuse failure to use security controls provided properly</a:t>
            </a:r>
          </a:p>
          <a:p>
            <a:pPr>
              <a:lnSpc>
                <a:spcPct val="90000"/>
              </a:lnSpc>
              <a:spcBef>
                <a:spcPts val="400"/>
              </a:spcBef>
              <a:spcAft>
                <a:spcPts val="3600"/>
              </a:spcAft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</a:rPr>
              <a:t>Misuse of Touch ID and Keychain control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FA448AFD-F23E-7CDA-6B05-DC2535E49114}"/>
              </a:ext>
            </a:extLst>
          </p:cNvPr>
          <p:cNvSpPr/>
          <p:nvPr/>
        </p:nvSpPr>
        <p:spPr>
          <a:xfrm>
            <a:off x="0" y="456174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/>
              <a:t>M1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596931" y="681789"/>
            <a:ext cx="4899743" cy="6611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000" dirty="0">
                <a:latin typeface="+mn-lt"/>
              </a:rPr>
              <a:t>Insecure Data Storage</a:t>
            </a:r>
          </a:p>
        </p:txBody>
      </p:sp>
      <p:pic>
        <p:nvPicPr>
          <p:cNvPr id="5" name="Picture 4" descr="A toy character next to another toy&#10;&#10;Description automatically generated"/>
          <p:cNvPicPr>
            <a:picLocks noChangeAspect="1"/>
          </p:cNvPicPr>
          <p:nvPr/>
        </p:nvPicPr>
        <p:blipFill rotWithShape="1">
          <a:blip r:embed="rId2"/>
          <a:srcRect l="2336" t="1" r="1743" b="1"/>
          <a:stretch/>
        </p:blipFill>
        <p:spPr>
          <a:xfrm>
            <a:off x="6346004" y="1711084"/>
            <a:ext cx="5445931" cy="42155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42" name="Content Placeholder 17">
            <a:extLst>
              <a:ext uri="{FF2B5EF4-FFF2-40B4-BE49-F238E27FC236}">
                <a16:creationId xmlns:a16="http://schemas.microsoft.com/office/drawing/2014/main" id="{8E84DCC2-69DB-5177-49AD-3183B203E1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276311"/>
              </p:ext>
            </p:extLst>
          </p:nvPr>
        </p:nvGraphicFramePr>
        <p:xfrm>
          <a:off x="337799" y="2178122"/>
          <a:ext cx="5508198" cy="3748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Pentagon 2">
            <a:extLst>
              <a:ext uri="{FF2B5EF4-FFF2-40B4-BE49-F238E27FC236}">
                <a16:creationId xmlns:a16="http://schemas.microsoft.com/office/drawing/2014/main" id="{D7AD6D83-C68A-D8B5-2451-4BA61D493F47}"/>
              </a:ext>
            </a:extLst>
          </p:cNvPr>
          <p:cNvSpPr/>
          <p:nvPr/>
        </p:nvSpPr>
        <p:spPr>
          <a:xfrm>
            <a:off x="0" y="692309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M2</a:t>
            </a:r>
          </a:p>
        </p:txBody>
      </p:sp>
    </p:spTree>
    <p:extLst>
      <p:ext uri="{BB962C8B-B14F-4D97-AF65-F5344CB8AC3E}">
        <p14:creationId xmlns:p14="http://schemas.microsoft.com/office/powerpoint/2010/main" val="346992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630886" y="4489807"/>
            <a:ext cx="4763047" cy="85275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>
                <a:latin typeface="+mn-lt"/>
              </a:rPr>
              <a:t>Insecure Communication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5935" b="18729"/>
          <a:stretch/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8" name="Content Placeholder 17"/>
          <p:cNvSpPr txBox="1">
            <a:spLocks/>
          </p:cNvSpPr>
          <p:nvPr/>
        </p:nvSpPr>
        <p:spPr>
          <a:xfrm>
            <a:off x="5876821" y="3996647"/>
            <a:ext cx="5684293" cy="22808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solidFill>
                  <a:schemeClr val="tx1"/>
                </a:solidFill>
              </a:rPr>
              <a:t>Incorrect SSL versions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solidFill>
                  <a:schemeClr val="tx1"/>
                </a:solidFill>
              </a:rPr>
              <a:t>Weak negotiation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solidFill>
                  <a:schemeClr val="tx1"/>
                </a:solidFill>
              </a:rPr>
              <a:t>Cleartext communication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solidFill>
                  <a:schemeClr val="tx1"/>
                </a:solidFill>
              </a:rPr>
              <a:t>Poor SSL configuration could compromise the device and set the device up for a MITM attack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607C8538-C2A0-A869-5139-1C4FA1DE755A}"/>
              </a:ext>
            </a:extLst>
          </p:cNvPr>
          <p:cNvSpPr/>
          <p:nvPr/>
        </p:nvSpPr>
        <p:spPr>
          <a:xfrm>
            <a:off x="-9035" y="4584409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M3</a:t>
            </a:r>
          </a:p>
        </p:txBody>
      </p:sp>
    </p:spTree>
    <p:extLst>
      <p:ext uri="{BB962C8B-B14F-4D97-AF65-F5344CB8AC3E}">
        <p14:creationId xmlns:p14="http://schemas.microsoft.com/office/powerpoint/2010/main" val="193864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7576312" y="687486"/>
            <a:ext cx="4615687" cy="105866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latin typeface="+mn-lt"/>
              </a:rPr>
              <a:t>Insecure Authentication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8971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38" name="Content Placeholder 17"/>
          <p:cNvSpPr txBox="1">
            <a:spLocks/>
          </p:cNvSpPr>
          <p:nvPr/>
        </p:nvSpPr>
        <p:spPr>
          <a:xfrm>
            <a:off x="7352270" y="3246634"/>
            <a:ext cx="4287795" cy="20034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solidFill>
                  <a:schemeClr val="tx1"/>
                </a:solidFill>
              </a:rPr>
              <a:t>Bad or weak session management </a:t>
            </a:r>
          </a:p>
          <a:p>
            <a:pPr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solidFill>
                  <a:schemeClr val="tx1"/>
                </a:solidFill>
              </a:rPr>
              <a:t>Failure to identify user when required</a:t>
            </a:r>
          </a:p>
          <a:p>
            <a:pPr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r>
              <a:rPr lang="en-US" sz="2000" dirty="0">
                <a:solidFill>
                  <a:schemeClr val="tx1"/>
                </a:solidFill>
              </a:rPr>
              <a:t>Failure to maintain users' identity when required</a:t>
            </a:r>
          </a:p>
          <a:p>
            <a:pPr marL="114300" indent="-342900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93BB73CA-172A-1B42-05A5-BE52D7436282}"/>
              </a:ext>
            </a:extLst>
          </p:cNvPr>
          <p:cNvSpPr/>
          <p:nvPr/>
        </p:nvSpPr>
        <p:spPr>
          <a:xfrm>
            <a:off x="6936391" y="896779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M4</a:t>
            </a:r>
          </a:p>
        </p:txBody>
      </p:sp>
    </p:spTree>
    <p:extLst>
      <p:ext uri="{BB962C8B-B14F-4D97-AF65-F5344CB8AC3E}">
        <p14:creationId xmlns:p14="http://schemas.microsoft.com/office/powerpoint/2010/main" val="37252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591764" y="356313"/>
            <a:ext cx="6770688" cy="93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+mn-lt"/>
              </a:rPr>
              <a:t>Insufficient Cryptography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89998" l="9768" r="87916"/>
                    </a14:imgEffect>
                  </a14:imgLayer>
                </a14:imgProps>
              </a:ext>
            </a:extLst>
          </a:blip>
          <a:srcRect l="16079" t="6346" r="12687" b="8651"/>
          <a:stretch/>
        </p:blipFill>
        <p:spPr>
          <a:xfrm>
            <a:off x="7670677" y="1582221"/>
            <a:ext cx="3770616" cy="4736386"/>
          </a:xfrm>
          <a:prstGeom prst="rect">
            <a:avLst/>
          </a:prstGeom>
          <a:effectLst/>
        </p:spPr>
      </p:pic>
      <p:graphicFrame>
        <p:nvGraphicFramePr>
          <p:cNvPr id="40" name="Content Placeholder 17">
            <a:extLst>
              <a:ext uri="{FF2B5EF4-FFF2-40B4-BE49-F238E27FC236}">
                <a16:creationId xmlns:a16="http://schemas.microsoft.com/office/drawing/2014/main" id="{19209A2F-053C-0830-D7D8-AB3094BC1C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869328"/>
              </p:ext>
            </p:extLst>
          </p:nvPr>
        </p:nvGraphicFramePr>
        <p:xfrm>
          <a:off x="308919" y="1457825"/>
          <a:ext cx="6359009" cy="5311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Pentagon 2">
            <a:extLst>
              <a:ext uri="{FF2B5EF4-FFF2-40B4-BE49-F238E27FC236}">
                <a16:creationId xmlns:a16="http://schemas.microsoft.com/office/drawing/2014/main" id="{0267CF16-19FD-B3D6-2CBE-378AC62F5FC9}"/>
              </a:ext>
            </a:extLst>
          </p:cNvPr>
          <p:cNvSpPr/>
          <p:nvPr/>
        </p:nvSpPr>
        <p:spPr>
          <a:xfrm>
            <a:off x="-11042" y="505379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M5</a:t>
            </a:r>
          </a:p>
        </p:txBody>
      </p:sp>
    </p:spTree>
    <p:extLst>
      <p:ext uri="{BB962C8B-B14F-4D97-AF65-F5344CB8AC3E}">
        <p14:creationId xmlns:p14="http://schemas.microsoft.com/office/powerpoint/2010/main" val="6191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6256227" y="758223"/>
            <a:ext cx="5175768" cy="657636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Insecure Authorization</a:t>
            </a:r>
          </a:p>
        </p:txBody>
      </p:sp>
      <p:pic>
        <p:nvPicPr>
          <p:cNvPr id="5" name="Picture 4" descr="A cartoon of a person standing next to a cell phone&#10;&#10;Description automatically generated"/>
          <p:cNvPicPr>
            <a:picLocks noChangeAspect="1"/>
          </p:cNvPicPr>
          <p:nvPr/>
        </p:nvPicPr>
        <p:blipFill rotWithShape="1">
          <a:blip r:embed="rId2"/>
          <a:srcRect l="76720" t="31030" r="129" b="19199"/>
          <a:stretch/>
        </p:blipFill>
        <p:spPr>
          <a:xfrm>
            <a:off x="0" y="1"/>
            <a:ext cx="5671116" cy="6858000"/>
          </a:xfrm>
          <a:prstGeom prst="rect">
            <a:avLst/>
          </a:prstGeom>
          <a:gradFill flip="none" rotWithShape="1">
            <a:gsLst>
              <a:gs pos="9000">
                <a:schemeClr val="accent2">
                  <a:lumMod val="0"/>
                  <a:lumOff val="100000"/>
                </a:schemeClr>
              </a:gs>
              <a:gs pos="68000">
                <a:srgbClr val="F29B58"/>
              </a:gs>
              <a:gs pos="44000">
                <a:srgbClr val="F6B87F"/>
              </a:gs>
              <a:gs pos="21000">
                <a:schemeClr val="accent4">
                  <a:lumMod val="20000"/>
                  <a:lumOff val="80000"/>
                </a:schemeClr>
              </a:gs>
              <a:gs pos="95000">
                <a:srgbClr val="40A39A"/>
              </a:gs>
              <a:gs pos="83000">
                <a:schemeClr val="accent2">
                  <a:lumMod val="100000"/>
                </a:schemeClr>
              </a:gs>
            </a:gsLst>
            <a:lin ang="5400000" scaled="1"/>
            <a:tileRect/>
          </a:gradFill>
          <a:ln>
            <a:noFill/>
          </a:ln>
        </p:spPr>
      </p:pic>
      <p:sp>
        <p:nvSpPr>
          <p:cNvPr id="38" name="Content Placeholder 17"/>
          <p:cNvSpPr txBox="1">
            <a:spLocks/>
          </p:cNvSpPr>
          <p:nvPr/>
        </p:nvSpPr>
        <p:spPr>
          <a:xfrm>
            <a:off x="6372710" y="2952759"/>
            <a:ext cx="4434721" cy="6576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Failures in Authorization on the client side of the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ACD02-645F-31D7-EA66-ECE21A435672}"/>
              </a:ext>
            </a:extLst>
          </p:cNvPr>
          <p:cNvSpPr txBox="1"/>
          <p:nvPr/>
        </p:nvSpPr>
        <p:spPr>
          <a:xfrm>
            <a:off x="6372713" y="4443714"/>
            <a:ext cx="44347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40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When apps do not authenticate users but allow anonymous authentication to the resource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57D0C111-3DC3-5809-7FEF-26DEAD113786}"/>
              </a:ext>
            </a:extLst>
          </p:cNvPr>
          <p:cNvSpPr/>
          <p:nvPr/>
        </p:nvSpPr>
        <p:spPr>
          <a:xfrm>
            <a:off x="5643711" y="767001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M6</a:t>
            </a:r>
          </a:p>
        </p:txBody>
      </p:sp>
    </p:spTree>
    <p:extLst>
      <p:ext uri="{BB962C8B-B14F-4D97-AF65-F5344CB8AC3E}">
        <p14:creationId xmlns:p14="http://schemas.microsoft.com/office/powerpoint/2010/main" val="172970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-323"/>
          <a:stretch/>
        </p:blipFill>
        <p:spPr>
          <a:xfrm>
            <a:off x="5792804" y="1579645"/>
            <a:ext cx="5972542" cy="44435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D6FD58-1642-5B96-DFC2-FB7C11D2D2ED}"/>
              </a:ext>
            </a:extLst>
          </p:cNvPr>
          <p:cNvSpPr/>
          <p:nvPr/>
        </p:nvSpPr>
        <p:spPr>
          <a:xfrm>
            <a:off x="-2" y="0"/>
            <a:ext cx="54042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614341" y="360205"/>
            <a:ext cx="6877050" cy="639762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  <a:cs typeface="Segoe UI Light" panose="020B0502040204020203" pitchFamily="34" charset="0"/>
              </a:rPr>
              <a:t>Client Code Quality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614341" y="2301410"/>
            <a:ext cx="5087816" cy="330827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Aft>
                <a:spcPts val="180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Security decisions via untrusted inputs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A catch-all for code-level implementation problems in the mobile client.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Includes buffer overflows format string vulnerabilities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/>
            </a:pPr>
            <a:r>
              <a:rPr lang="en-US" sz="2000" dirty="0">
                <a:cs typeface="Times New Roman" panose="02020603050405020304" pitchFamily="18" charset="0"/>
              </a:rPr>
              <a:t>Result from foreign code execution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B02B0607-573F-6F25-ABB6-918879481BAA}"/>
              </a:ext>
            </a:extLst>
          </p:cNvPr>
          <p:cNvSpPr/>
          <p:nvPr/>
        </p:nvSpPr>
        <p:spPr>
          <a:xfrm>
            <a:off x="-25580" y="347016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M7</a:t>
            </a:r>
          </a:p>
        </p:txBody>
      </p:sp>
    </p:spTree>
    <p:extLst>
      <p:ext uri="{BB962C8B-B14F-4D97-AF65-F5344CB8AC3E}">
        <p14:creationId xmlns:p14="http://schemas.microsoft.com/office/powerpoint/2010/main" val="257258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614341" y="380131"/>
            <a:ext cx="6877050" cy="639763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  <a:cs typeface="Segoe UI Light" panose="020B0502040204020203" pitchFamily="34" charset="0"/>
              </a:rPr>
              <a:t>Code Tampering</a:t>
            </a:r>
          </a:p>
        </p:txBody>
      </p:sp>
      <p:pic>
        <p:nvPicPr>
          <p:cNvPr id="5" name="Picture 4" descr="A cellphone with a lock on the screen&#10;&#10;Description automatically generated"/>
          <p:cNvPicPr>
            <a:picLocks noChangeAspect="1"/>
          </p:cNvPicPr>
          <p:nvPr/>
        </p:nvPicPr>
        <p:blipFill rotWithShape="1">
          <a:blip r:embed="rId2"/>
          <a:srcRect l="10079" r="55593"/>
          <a:stretch/>
        </p:blipFill>
        <p:spPr>
          <a:xfrm flipH="1">
            <a:off x="948557" y="1335812"/>
            <a:ext cx="2907586" cy="4764474"/>
          </a:xfrm>
          <a:prstGeom prst="rect">
            <a:avLst/>
          </a:prstGeom>
        </p:spPr>
      </p:pic>
      <p:sp>
        <p:nvSpPr>
          <p:cNvPr id="2" name="Pentagon 1">
            <a:extLst>
              <a:ext uri="{FF2B5EF4-FFF2-40B4-BE49-F238E27FC236}">
                <a16:creationId xmlns:a16="http://schemas.microsoft.com/office/drawing/2014/main" id="{1603BBF1-BEEA-FC85-25D5-00CBDAB23AD8}"/>
              </a:ext>
            </a:extLst>
          </p:cNvPr>
          <p:cNvSpPr/>
          <p:nvPr/>
        </p:nvSpPr>
        <p:spPr>
          <a:xfrm>
            <a:off x="-25580" y="347016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M8</a:t>
            </a:r>
          </a:p>
        </p:txBody>
      </p:sp>
      <p:graphicFrame>
        <p:nvGraphicFramePr>
          <p:cNvPr id="40" name="Content Placeholder 17">
            <a:extLst>
              <a:ext uri="{FF2B5EF4-FFF2-40B4-BE49-F238E27FC236}">
                <a16:creationId xmlns:a16="http://schemas.microsoft.com/office/drawing/2014/main" id="{2B2FB5BD-D326-2E9E-A043-AFA68A9970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1982320"/>
              </p:ext>
            </p:extLst>
          </p:nvPr>
        </p:nvGraphicFramePr>
        <p:xfrm>
          <a:off x="5126804" y="1623318"/>
          <a:ext cx="6342673" cy="4189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080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639921" y="347016"/>
            <a:ext cx="4957690" cy="7527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Reverse Engineering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268929" y="1763932"/>
            <a:ext cx="4287894" cy="876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indent="-32004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Analysis of the final core of the devices binary source code using various tools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736" t="6609" r="32499" b="5669"/>
          <a:stretch/>
        </p:blipFill>
        <p:spPr>
          <a:xfrm>
            <a:off x="6257165" y="1099751"/>
            <a:ext cx="5518906" cy="4883399"/>
          </a:xfrm>
          <a:prstGeom prst="rect">
            <a:avLst/>
          </a:prstGeom>
        </p:spPr>
      </p:pic>
      <p:sp>
        <p:nvSpPr>
          <p:cNvPr id="2" name="Pentagon 1">
            <a:extLst>
              <a:ext uri="{FF2B5EF4-FFF2-40B4-BE49-F238E27FC236}">
                <a16:creationId xmlns:a16="http://schemas.microsoft.com/office/drawing/2014/main" id="{E21D8C46-8DB9-A66F-CB7E-B6EE516C57AC}"/>
              </a:ext>
            </a:extLst>
          </p:cNvPr>
          <p:cNvSpPr/>
          <p:nvPr/>
        </p:nvSpPr>
        <p:spPr>
          <a:xfrm>
            <a:off x="-25580" y="347016"/>
            <a:ext cx="639921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spcAft>
                <a:spcPts val="600"/>
              </a:spcAft>
            </a:pPr>
            <a:r>
              <a:rPr lang="en-US" sz="2400" b="1" dirty="0"/>
              <a:t>M9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79D3D-1955-086F-3E11-E7FA454C5BD5}"/>
              </a:ext>
            </a:extLst>
          </p:cNvPr>
          <p:cNvSpPr txBox="1"/>
          <p:nvPr/>
        </p:nvSpPr>
        <p:spPr>
          <a:xfrm>
            <a:off x="271190" y="3061593"/>
            <a:ext cx="4287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Using various methods, the attacker can view the code in real-time identifying weaknesses in the OS or applications associated with 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60B07-A373-C34A-6A87-77B39E46DD19}"/>
              </a:ext>
            </a:extLst>
          </p:cNvPr>
          <p:cNvSpPr txBox="1"/>
          <p:nvPr/>
        </p:nvSpPr>
        <p:spPr>
          <a:xfrm>
            <a:off x="294380" y="4683057"/>
            <a:ext cx="42624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chemeClr val="tx1"/>
                </a:solidFill>
              </a:rPr>
              <a:t>Also, possible to identify backdoor servers designed for maintenance or code improvements, that can be used for nefarious purposes.</a:t>
            </a:r>
          </a:p>
        </p:txBody>
      </p:sp>
    </p:spTree>
    <p:extLst>
      <p:ext uri="{BB962C8B-B14F-4D97-AF65-F5344CB8AC3E}">
        <p14:creationId xmlns:p14="http://schemas.microsoft.com/office/powerpoint/2010/main" val="3456561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idx="4294967295"/>
          </p:nvPr>
        </p:nvSpPr>
        <p:spPr>
          <a:xfrm>
            <a:off x="780836" y="352902"/>
            <a:ext cx="8769350" cy="639763"/>
          </a:xfrm>
        </p:spPr>
        <p:txBody>
          <a:bodyPr>
            <a:noAutofit/>
          </a:bodyPr>
          <a:lstStyle/>
          <a:p>
            <a:r>
              <a:rPr lang="en-US" dirty="0">
                <a:latin typeface="+mn-lt"/>
                <a:cs typeface="Segoe UI Light" panose="020B0502040204020203" pitchFamily="34" charset="0"/>
              </a:rPr>
              <a:t>Extraneous Functionality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0757" t="14289" r="7003" b="14309"/>
          <a:stretch/>
        </p:blipFill>
        <p:spPr>
          <a:xfrm>
            <a:off x="493019" y="1486796"/>
            <a:ext cx="4348023" cy="4134185"/>
          </a:xfrm>
          <a:prstGeom prst="rect">
            <a:avLst/>
          </a:prstGeom>
        </p:spPr>
      </p:pic>
      <p:sp>
        <p:nvSpPr>
          <p:cNvPr id="2" name="Pentagon 1">
            <a:extLst>
              <a:ext uri="{FF2B5EF4-FFF2-40B4-BE49-F238E27FC236}">
                <a16:creationId xmlns:a16="http://schemas.microsoft.com/office/drawing/2014/main" id="{2B04A60B-7F44-2FE2-DE39-018DE97BBA2B}"/>
              </a:ext>
            </a:extLst>
          </p:cNvPr>
          <p:cNvSpPr/>
          <p:nvPr/>
        </p:nvSpPr>
        <p:spPr>
          <a:xfrm>
            <a:off x="-25580" y="347016"/>
            <a:ext cx="806416" cy="640080"/>
          </a:xfrm>
          <a:prstGeom prst="homePlate">
            <a:avLst>
              <a:gd name="adj" fmla="val 9448"/>
            </a:avLst>
          </a:prstGeom>
          <a:solidFill>
            <a:schemeClr val="accent2"/>
          </a:solidFill>
          <a:ln>
            <a:solidFill>
              <a:srgbClr val="FF7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" b="1" dirty="0"/>
              <a:t>M10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B88CC4B-1F18-5224-AAFE-3A3277835928}"/>
              </a:ext>
            </a:extLst>
          </p:cNvPr>
          <p:cNvSpPr/>
          <p:nvPr/>
        </p:nvSpPr>
        <p:spPr>
          <a:xfrm>
            <a:off x="5323726" y="1814544"/>
            <a:ext cx="2928134" cy="1175238"/>
          </a:xfrm>
          <a:prstGeom prst="roundRect">
            <a:avLst/>
          </a:prstGeom>
          <a:solidFill>
            <a:srgbClr val="4F8C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r>
              <a:rPr lang="en-US" sz="1800" dirty="0">
                <a:cs typeface="Times New Roman" panose="02020603050405020304" pitchFamily="18" charset="0"/>
              </a:rPr>
              <a:t>Backdoors included by the developer that are hidden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D2C02B-12E4-8C62-EBF8-6DBB5864C3D5}"/>
              </a:ext>
            </a:extLst>
          </p:cNvPr>
          <p:cNvSpPr/>
          <p:nvPr/>
        </p:nvSpPr>
        <p:spPr>
          <a:xfrm>
            <a:off x="8527551" y="1814543"/>
            <a:ext cx="2928134" cy="1175238"/>
          </a:xfrm>
          <a:prstGeom prst="roundRect">
            <a:avLst/>
          </a:prstGeom>
          <a:solidFill>
            <a:srgbClr val="4F8C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Aft>
                <a:spcPts val="600"/>
              </a:spcAft>
              <a:defRPr/>
            </a:pPr>
            <a:r>
              <a:rPr lang="en-US" sz="1800" dirty="0">
                <a:cs typeface="Times New Roman" panose="02020603050405020304" pitchFamily="18" charset="0"/>
              </a:rPr>
              <a:t>Unintended development security controls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2E4BDC-DF83-A6A1-E102-E833D445D272}"/>
              </a:ext>
            </a:extLst>
          </p:cNvPr>
          <p:cNvSpPr/>
          <p:nvPr/>
        </p:nvSpPr>
        <p:spPr>
          <a:xfrm>
            <a:off x="6096000" y="3553889"/>
            <a:ext cx="4674742" cy="1614457"/>
          </a:xfrm>
          <a:prstGeom prst="roundRect">
            <a:avLst/>
          </a:prstGeom>
          <a:solidFill>
            <a:srgbClr val="4F8C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spcAft>
                <a:spcPts val="600"/>
              </a:spcAft>
              <a:defRPr/>
            </a:pPr>
            <a:r>
              <a:rPr lang="en-US" sz="1800" dirty="0">
                <a:cs typeface="Times New Roman" panose="02020603050405020304" pitchFamily="18" charset="0"/>
              </a:rPr>
              <a:t>Understanding the extraneous functionality within a mobile app allows the hacker to exploit the relationship between the devices OS and the applications associated with it.</a:t>
            </a:r>
          </a:p>
        </p:txBody>
      </p:sp>
    </p:spTree>
    <p:extLst>
      <p:ext uri="{BB962C8B-B14F-4D97-AF65-F5344CB8AC3E}">
        <p14:creationId xmlns:p14="http://schemas.microsoft.com/office/powerpoint/2010/main" val="129502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4663F-9708-24A5-FF1B-B9F00AB5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Mobile Threats &amp; Attack Vectors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8696D1-C5EC-3630-07FC-05918D5871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62192"/>
            <a:ext cx="10663238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CEHv13 emphasizes: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Supply chain and app store attacks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including malicious updates and repackaged apps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Exploitation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device management (MDM) bypasses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 instrumentation frameworks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like Frida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Xposed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runtime manipulation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Attack vectors now include: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Abuse of extraneous functionality (OWASP M10)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Reverse engineering APKs/IPAs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backdoor discovery and credential theft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Exploitation of platform-specific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biometric spoofing, and insecure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webviews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158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9B3B-9259-BC64-E2FF-DA575B30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CEHv13 Update – Mobile Platform Defense &amp; Standards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D6C791-23A7-F46D-E20B-052C2DCA0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3"/>
            <a:ext cx="1074181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CEHv13 promotes best practices aligned with: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OWASP Mobile Top 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M1–M10: Improper Platform Usage, Insecure Storage, Code Tampering)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Zero Trust Mobile Device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conditional access and behavioral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defenses include: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Enforcing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certificate pinning and encrypted storage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MDM policies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app sandboxing, remote wipe, and device compliance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Monitoring mobile app traffic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runtime anomalies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tools like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MobSF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QARK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Emphasis on developer-secure coding and post-market monitoring</a:t>
            </a:r>
          </a:p>
        </p:txBody>
      </p:sp>
    </p:spTree>
    <p:extLst>
      <p:ext uri="{BB962C8B-B14F-4D97-AF65-F5344CB8AC3E}">
        <p14:creationId xmlns:p14="http://schemas.microsoft.com/office/powerpoint/2010/main" val="3960204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c6c77d8f-09f6-4e2b-8f47-31ad1c0144f5" xsi:nil="true"/>
    <Preview xmlns="c6c77d8f-09f6-4e2b-8f47-31ad1c0144f5" xsi:nil="true"/>
    <lcf76f155ced4ddcb4097134ff3c332f xmlns="c6c77d8f-09f6-4e2b-8f47-31ad1c0144f5">
      <Terms xmlns="http://schemas.microsoft.com/office/infopath/2007/PartnerControls"/>
    </lcf76f155ced4ddcb4097134ff3c332f>
    <TaxCatchAll xmlns="146bd9e1-3fdb-4f50-9526-c68c2343cb8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73663AEC73F64CB9310C74F592BBA1" ma:contentTypeVersion="20" ma:contentTypeDescription="Create a new document." ma:contentTypeScope="" ma:versionID="c4ee6c6961591c1a63add96d4ce05241">
  <xsd:schema xmlns:xsd="http://www.w3.org/2001/XMLSchema" xmlns:xs="http://www.w3.org/2001/XMLSchema" xmlns:p="http://schemas.microsoft.com/office/2006/metadata/properties" xmlns:ns2="c6c77d8f-09f6-4e2b-8f47-31ad1c0144f5" xmlns:ns3="146bd9e1-3fdb-4f50-9526-c68c2343cb8e" targetNamespace="http://schemas.microsoft.com/office/2006/metadata/properties" ma:root="true" ma:fieldsID="b2274d1538facf08196bf05114238597" ns2:_="" ns3:_="">
    <xsd:import namespace="c6c77d8f-09f6-4e2b-8f47-31ad1c0144f5"/>
    <xsd:import namespace="146bd9e1-3fdb-4f50-9526-c68c2343c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Preview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c77d8f-09f6-4e2b-8f47-31ad1c0144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Preview" ma:index="21" nillable="true" ma:displayName="Preview" ma:format="Thumbnail" ma:internalName="Preview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a8cab3b-d731-4175-bae6-7d60d1a257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bd9e1-3fdb-4f50-9526-c68c2343cb8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42da5034-1a9c-45fa-ab74-54df4df1541d}" ma:internalName="TaxCatchAll" ma:showField="CatchAllData" ma:web="146bd9e1-3fdb-4f50-9526-c68c2343cb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0072C5-DDE0-4258-BA7A-4D4B80DFA632}">
  <ds:schemaRefs>
    <ds:schemaRef ds:uri="71af3243-3dd4-4a8d-8c0d-dd76da1f02a5"/>
    <ds:schemaRef ds:uri="http://schemas.openxmlformats.org/package/2006/metadata/core-properties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http://www.w3.org/XML/1998/namespace"/>
    <ds:schemaRef ds:uri="http://purl.org/dc/elements/1.1/"/>
    <ds:schemaRef ds:uri="c6c77d8f-09f6-4e2b-8f47-31ad1c0144f5"/>
    <ds:schemaRef ds:uri="146bd9e1-3fdb-4f50-9526-c68c2343cb8e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60416E-90E7-458E-92E0-1C82CB0113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c77d8f-09f6-4e2b-8f47-31ad1c0144f5"/>
    <ds:schemaRef ds:uri="146bd9e1-3fdb-4f50-9526-c68c2343cb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</TotalTime>
  <Words>499</Words>
  <Application>Microsoft Office PowerPoint</Application>
  <PresentationFormat>Widescreen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Mobile Hacking Threats </vt:lpstr>
      <vt:lpstr>Improper Platform Usage</vt:lpstr>
      <vt:lpstr>Insecure Data Storage</vt:lpstr>
      <vt:lpstr>Insecure Communication</vt:lpstr>
      <vt:lpstr>Insecure Authentication</vt:lpstr>
      <vt:lpstr>Insufficient Cryptography</vt:lpstr>
      <vt:lpstr>Insecure Authorization</vt:lpstr>
      <vt:lpstr>Client Code Quality</vt:lpstr>
      <vt:lpstr>Code Tampering</vt:lpstr>
      <vt:lpstr>Reverse Engineering</vt:lpstr>
      <vt:lpstr>Extraneous Functionality</vt:lpstr>
      <vt:lpstr>CEHv13 Update – Mobile Threats &amp; Attack Vectors</vt:lpstr>
      <vt:lpstr>CEHv13 Update – Mobile Platform Defense &amp; Standards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Michael Wandel (Virginia Beach)</cp:lastModifiedBy>
  <cp:revision>2</cp:revision>
  <dcterms:created xsi:type="dcterms:W3CDTF">2021-08-18T16:16:21Z</dcterms:created>
  <dcterms:modified xsi:type="dcterms:W3CDTF">2026-01-15T23:23:05Z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0x0101009773663AEC73F64CB9310C74F592BBA1</vt:lpwstr>
  </property>
  <property fmtid="{D5CDD505-2E9C-101B-9397-08002B2CF9AE}" pid="3" name="MediaServiceImageTags">
    <vt:lpwstr/>
  </property>
</Properties>
</file>