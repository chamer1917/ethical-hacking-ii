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57" r:id="rId4"/>
    <p:sldId id="258"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3B4250-46EE-4EE5-8355-13E7FF44D5E4}" v="4" dt="2026-05-12T22:50:11.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6"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Meredith, Charles (Virginia Beach)" userId="816d316b-6d12-4f1e-b3ac-3b960a01f1dd" providerId="ADAL" clId="{9602EEF6-5606-4D4A-8F0A-577A40DF7E0A}"/>
    <pc:docChg chg="custSel addSld modSld sldOrd addMainMaster delMainMaster">
      <pc:chgData name="VB-Meredith, Charles (Virginia Beach)" userId="816d316b-6d12-4f1e-b3ac-3b960a01f1dd" providerId="ADAL" clId="{9602EEF6-5606-4D4A-8F0A-577A40DF7E0A}" dt="2026-05-11T21:49:57.357" v="495" actId="122"/>
      <pc:docMkLst>
        <pc:docMk/>
      </pc:docMkLst>
      <pc:sldChg chg="addSp modSp mod modMedia setBg modClrScheme setClrOvrMap chgLayout">
        <pc:chgData name="VB-Meredith, Charles (Virginia Beach)" userId="816d316b-6d12-4f1e-b3ac-3b960a01f1dd" providerId="ADAL" clId="{9602EEF6-5606-4D4A-8F0A-577A40DF7E0A}" dt="2026-05-11T21:48:36.585" v="270" actId="122"/>
        <pc:sldMkLst>
          <pc:docMk/>
          <pc:sldMk cId="15313517" sldId="256"/>
        </pc:sldMkLst>
        <pc:spChg chg="mod">
          <ac:chgData name="VB-Meredith, Charles (Virginia Beach)" userId="816d316b-6d12-4f1e-b3ac-3b960a01f1dd" providerId="ADAL" clId="{9602EEF6-5606-4D4A-8F0A-577A40DF7E0A}" dt="2026-05-11T21:48:36.585" v="270" actId="122"/>
          <ac:spMkLst>
            <pc:docMk/>
            <pc:sldMk cId="15313517" sldId="256"/>
            <ac:spMk id="2" creationId="{5A542B7E-3AE7-01F4-602C-19E8B3EAB563}"/>
          </ac:spMkLst>
        </pc:spChg>
        <pc:spChg chg="mod">
          <ac:chgData name="VB-Meredith, Charles (Virginia Beach)" userId="816d316b-6d12-4f1e-b3ac-3b960a01f1dd" providerId="ADAL" clId="{9602EEF6-5606-4D4A-8F0A-577A40DF7E0A}" dt="2026-05-11T21:44:47.241" v="150" actId="26606"/>
          <ac:spMkLst>
            <pc:docMk/>
            <pc:sldMk cId="15313517" sldId="256"/>
            <ac:spMk id="3" creationId="{2F12E2D3-BD56-A219-2F55-DF928F2CA2DA}"/>
          </ac:spMkLst>
        </pc:spChg>
        <pc:spChg chg="add">
          <ac:chgData name="VB-Meredith, Charles (Virginia Beach)" userId="816d316b-6d12-4f1e-b3ac-3b960a01f1dd" providerId="ADAL" clId="{9602EEF6-5606-4D4A-8F0A-577A40DF7E0A}" dt="2026-05-11T21:44:47.241" v="150" actId="26606"/>
          <ac:spMkLst>
            <pc:docMk/>
            <pc:sldMk cId="15313517" sldId="256"/>
            <ac:spMk id="9" creationId="{33E93247-6229-44AB-A550-739E971E690B}"/>
          </ac:spMkLst>
        </pc:spChg>
        <pc:spChg chg="add">
          <ac:chgData name="VB-Meredith, Charles (Virginia Beach)" userId="816d316b-6d12-4f1e-b3ac-3b960a01f1dd" providerId="ADAL" clId="{9602EEF6-5606-4D4A-8F0A-577A40DF7E0A}" dt="2026-05-11T21:44:47.241" v="150" actId="26606"/>
          <ac:spMkLst>
            <pc:docMk/>
            <pc:sldMk cId="15313517" sldId="256"/>
            <ac:spMk id="11" creationId="{6BB6B482-ACCA-4938-8AEA-49D525C17221}"/>
          </ac:spMkLst>
        </pc:spChg>
        <pc:picChg chg="add mod">
          <ac:chgData name="VB-Meredith, Charles (Virginia Beach)" userId="816d316b-6d12-4f1e-b3ac-3b960a01f1dd" providerId="ADAL" clId="{9602EEF6-5606-4D4A-8F0A-577A40DF7E0A}" dt="2026-05-11T21:44:47.901" v="152"/>
          <ac:picMkLst>
            <pc:docMk/>
            <pc:sldMk cId="15313517" sldId="256"/>
            <ac:picMk id="4" creationId="{A83D735F-357C-9A03-1812-E298B0FB8B47}"/>
          </ac:picMkLst>
        </pc:picChg>
        <pc:cxnChg chg="add">
          <ac:chgData name="VB-Meredith, Charles (Virginia Beach)" userId="816d316b-6d12-4f1e-b3ac-3b960a01f1dd" providerId="ADAL" clId="{9602EEF6-5606-4D4A-8F0A-577A40DF7E0A}" dt="2026-05-11T21:44:47.241" v="150" actId="26606"/>
          <ac:cxnSpMkLst>
            <pc:docMk/>
            <pc:sldMk cId="15313517" sldId="256"/>
            <ac:cxnSpMk id="13" creationId="{EE2E603F-4A95-4FE8-BB06-211DFD75DBEF}"/>
          </ac:cxnSpMkLst>
        </pc:cxnChg>
      </pc:sldChg>
      <pc:sldChg chg="modSp new mod">
        <pc:chgData name="VB-Meredith, Charles (Virginia Beach)" userId="816d316b-6d12-4f1e-b3ac-3b960a01f1dd" providerId="ADAL" clId="{9602EEF6-5606-4D4A-8F0A-577A40DF7E0A}" dt="2026-05-11T21:49:12.751" v="354" actId="122"/>
        <pc:sldMkLst>
          <pc:docMk/>
          <pc:sldMk cId="3168996475" sldId="257"/>
        </pc:sldMkLst>
        <pc:spChg chg="mod">
          <ac:chgData name="VB-Meredith, Charles (Virginia Beach)" userId="816d316b-6d12-4f1e-b3ac-3b960a01f1dd" providerId="ADAL" clId="{9602EEF6-5606-4D4A-8F0A-577A40DF7E0A}" dt="2026-05-11T21:49:12.751" v="354" actId="122"/>
          <ac:spMkLst>
            <pc:docMk/>
            <pc:sldMk cId="3168996475" sldId="257"/>
            <ac:spMk id="2" creationId="{38153001-ACD0-8355-3463-DD5C43730419}"/>
          </ac:spMkLst>
        </pc:spChg>
      </pc:sldChg>
      <pc:sldChg chg="modSp new mod">
        <pc:chgData name="VB-Meredith, Charles (Virginia Beach)" userId="816d316b-6d12-4f1e-b3ac-3b960a01f1dd" providerId="ADAL" clId="{9602EEF6-5606-4D4A-8F0A-577A40DF7E0A}" dt="2026-05-11T21:49:39.341" v="420" actId="122"/>
        <pc:sldMkLst>
          <pc:docMk/>
          <pc:sldMk cId="2475757862" sldId="258"/>
        </pc:sldMkLst>
        <pc:spChg chg="mod">
          <ac:chgData name="VB-Meredith, Charles (Virginia Beach)" userId="816d316b-6d12-4f1e-b3ac-3b960a01f1dd" providerId="ADAL" clId="{9602EEF6-5606-4D4A-8F0A-577A40DF7E0A}" dt="2026-05-11T21:49:39.341" v="420" actId="122"/>
          <ac:spMkLst>
            <pc:docMk/>
            <pc:sldMk cId="2475757862" sldId="258"/>
            <ac:spMk id="2" creationId="{724B1B9F-588C-1F17-5EB5-789D4970547F}"/>
          </ac:spMkLst>
        </pc:spChg>
      </pc:sldChg>
      <pc:sldChg chg="modSp new mod">
        <pc:chgData name="VB-Meredith, Charles (Virginia Beach)" userId="816d316b-6d12-4f1e-b3ac-3b960a01f1dd" providerId="ADAL" clId="{9602EEF6-5606-4D4A-8F0A-577A40DF7E0A}" dt="2026-05-11T21:49:57.357" v="495" actId="122"/>
        <pc:sldMkLst>
          <pc:docMk/>
          <pc:sldMk cId="2212173514" sldId="259"/>
        </pc:sldMkLst>
        <pc:spChg chg="mod">
          <ac:chgData name="VB-Meredith, Charles (Virginia Beach)" userId="816d316b-6d12-4f1e-b3ac-3b960a01f1dd" providerId="ADAL" clId="{9602EEF6-5606-4D4A-8F0A-577A40DF7E0A}" dt="2026-05-11T21:49:57.357" v="495" actId="122"/>
          <ac:spMkLst>
            <pc:docMk/>
            <pc:sldMk cId="2212173514" sldId="259"/>
            <ac:spMk id="2" creationId="{C614FAA5-C814-ABEC-04C5-18437790E112}"/>
          </ac:spMkLst>
        </pc:spChg>
      </pc:sldChg>
      <pc:sldChg chg="modSp new mod ord">
        <pc:chgData name="VB-Meredith, Charles (Virginia Beach)" userId="816d316b-6d12-4f1e-b3ac-3b960a01f1dd" providerId="ADAL" clId="{9602EEF6-5606-4D4A-8F0A-577A40DF7E0A}" dt="2026-05-11T21:48:30.757" v="269"/>
        <pc:sldMkLst>
          <pc:docMk/>
          <pc:sldMk cId="3925546208" sldId="260"/>
        </pc:sldMkLst>
        <pc:spChg chg="mod">
          <ac:chgData name="VB-Meredith, Charles (Virginia Beach)" userId="816d316b-6d12-4f1e-b3ac-3b960a01f1dd" providerId="ADAL" clId="{9602EEF6-5606-4D4A-8F0A-577A40DF7E0A}" dt="2026-05-11T21:48:21.475" v="267" actId="122"/>
          <ac:spMkLst>
            <pc:docMk/>
            <pc:sldMk cId="3925546208" sldId="260"/>
            <ac:spMk id="2" creationId="{DD0AFEA6-5724-9C3B-9875-E069224B7D83}"/>
          </ac:spMkLst>
        </pc:spChg>
      </pc:sldChg>
      <pc:sldMasterChg chg="del delSldLayout">
        <pc:chgData name="VB-Meredith, Charles (Virginia Beach)" userId="816d316b-6d12-4f1e-b3ac-3b960a01f1dd" providerId="ADAL" clId="{9602EEF6-5606-4D4A-8F0A-577A40DF7E0A}" dt="2026-05-11T21:44:47.241" v="150" actId="26606"/>
        <pc:sldMasterMkLst>
          <pc:docMk/>
          <pc:sldMasterMk cId="3400748768" sldId="2147483648"/>
        </pc:sldMasterMkLst>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1932896959" sldId="2147483649"/>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2773891666" sldId="2147483650"/>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3635737922" sldId="2147483651"/>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2180282350" sldId="2147483652"/>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4079373775" sldId="2147483653"/>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2361713019" sldId="2147483654"/>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3987724379" sldId="2147483655"/>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3614230443" sldId="2147483656"/>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3612710461" sldId="2147483657"/>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663816151" sldId="2147483658"/>
          </pc:sldLayoutMkLst>
        </pc:sldLayoutChg>
        <pc:sldLayoutChg chg="del">
          <pc:chgData name="VB-Meredith, Charles (Virginia Beach)" userId="816d316b-6d12-4f1e-b3ac-3b960a01f1dd" providerId="ADAL" clId="{9602EEF6-5606-4D4A-8F0A-577A40DF7E0A}" dt="2026-05-11T21:44:47.241" v="150" actId="26606"/>
          <pc:sldLayoutMkLst>
            <pc:docMk/>
            <pc:sldMasterMk cId="3400748768" sldId="2147483648"/>
            <pc:sldLayoutMk cId="2596304586" sldId="2147483659"/>
          </pc:sldLayoutMkLst>
        </pc:sldLayoutChg>
      </pc:sldMasterChg>
      <pc:sldMasterChg chg="add replId addSldLayout">
        <pc:chgData name="VB-Meredith, Charles (Virginia Beach)" userId="816d316b-6d12-4f1e-b3ac-3b960a01f1dd" providerId="ADAL" clId="{9602EEF6-5606-4D4A-8F0A-577A40DF7E0A}" dt="2026-05-11T21:44:47.241" v="150" actId="26606"/>
        <pc:sldMasterMkLst>
          <pc:docMk/>
          <pc:sldMasterMk cId="3832763534" sldId="2147483660"/>
        </pc:sldMasterMkLst>
        <pc:sldLayoutChg chg="add">
          <pc:chgData name="VB-Meredith, Charles (Virginia Beach)" userId="816d316b-6d12-4f1e-b3ac-3b960a01f1dd" providerId="ADAL" clId="{9602EEF6-5606-4D4A-8F0A-577A40DF7E0A}" dt="2026-05-11T21:44:47.241" v="150" actId="26606"/>
          <pc:sldLayoutMkLst>
            <pc:docMk/>
            <pc:sldMasterMk cId="3832763534" sldId="2147483660"/>
            <pc:sldLayoutMk cId="4158240896" sldId="2147483661"/>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4193444263" sldId="2147483662"/>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1867803434" sldId="2147483663"/>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2601002991" sldId="2147483664"/>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2199097822" sldId="2147483665"/>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1232495864" sldId="2147483666"/>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167644510" sldId="2147483667"/>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4177254053" sldId="2147483668"/>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1421512558" sldId="2147483669"/>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1023351015" sldId="2147483670"/>
          </pc:sldLayoutMkLst>
        </pc:sldLayoutChg>
        <pc:sldLayoutChg chg="add replId">
          <pc:chgData name="VB-Meredith, Charles (Virginia Beach)" userId="816d316b-6d12-4f1e-b3ac-3b960a01f1dd" providerId="ADAL" clId="{9602EEF6-5606-4D4A-8F0A-577A40DF7E0A}" dt="2026-05-11T21:44:47.241" v="150" actId="26606"/>
          <pc:sldLayoutMkLst>
            <pc:docMk/>
            <pc:sldMasterMk cId="3832763534" sldId="2147483660"/>
            <pc:sldLayoutMk cId="2158560036" sldId="2147483671"/>
          </pc:sldLayoutMkLst>
        </pc:sldLayoutChg>
      </pc:sldMasterChg>
    </pc:docChg>
  </pc:docChgLst>
  <pc:docChgLst>
    <pc:chgData name="VB-Meredith, Charles (Virginia Beach)" userId="816d316b-6d12-4f1e-b3ac-3b960a01f1dd" providerId="ADAL" clId="{0AEF0F41-105C-40BA-8B28-B75AEA2BDD1D}"/>
    <pc:docChg chg="modSld">
      <pc:chgData name="VB-Meredith, Charles (Virginia Beach)" userId="816d316b-6d12-4f1e-b3ac-3b960a01f1dd" providerId="ADAL" clId="{0AEF0F41-105C-40BA-8B28-B75AEA2BDD1D}" dt="2026-05-12T22:50:09.458" v="2"/>
      <pc:docMkLst>
        <pc:docMk/>
      </pc:docMkLst>
      <pc:sldChg chg="addSp modSp">
        <pc:chgData name="VB-Meredith, Charles (Virginia Beach)" userId="816d316b-6d12-4f1e-b3ac-3b960a01f1dd" providerId="ADAL" clId="{0AEF0F41-105C-40BA-8B28-B75AEA2BDD1D}" dt="2026-05-12T22:40:06.247" v="0" actId="931"/>
        <pc:sldMkLst>
          <pc:docMk/>
          <pc:sldMk cId="3168996475" sldId="257"/>
        </pc:sldMkLst>
        <pc:picChg chg="add mod">
          <ac:chgData name="VB-Meredith, Charles (Virginia Beach)" userId="816d316b-6d12-4f1e-b3ac-3b960a01f1dd" providerId="ADAL" clId="{0AEF0F41-105C-40BA-8B28-B75AEA2BDD1D}" dt="2026-05-12T22:40:06.247" v="0" actId="931"/>
          <ac:picMkLst>
            <pc:docMk/>
            <pc:sldMk cId="3168996475" sldId="257"/>
            <ac:picMk id="6" creationId="{F656C747-BC1F-20E7-DA27-BF7859985105}"/>
          </ac:picMkLst>
        </pc:picChg>
      </pc:sldChg>
      <pc:sldChg chg="addSp modSp">
        <pc:chgData name="VB-Meredith, Charles (Virginia Beach)" userId="816d316b-6d12-4f1e-b3ac-3b960a01f1dd" providerId="ADAL" clId="{0AEF0F41-105C-40BA-8B28-B75AEA2BDD1D}" dt="2026-05-12T22:48:53.283" v="1" actId="931"/>
        <pc:sldMkLst>
          <pc:docMk/>
          <pc:sldMk cId="2475757862" sldId="258"/>
        </pc:sldMkLst>
        <pc:picChg chg="add mod">
          <ac:chgData name="VB-Meredith, Charles (Virginia Beach)" userId="816d316b-6d12-4f1e-b3ac-3b960a01f1dd" providerId="ADAL" clId="{0AEF0F41-105C-40BA-8B28-B75AEA2BDD1D}" dt="2026-05-12T22:48:53.283" v="1" actId="931"/>
          <ac:picMkLst>
            <pc:docMk/>
            <pc:sldMk cId="2475757862" sldId="258"/>
            <ac:picMk id="5" creationId="{7E0C25FC-9199-D6AC-A916-1E3F4D01D1B8}"/>
          </ac:picMkLst>
        </pc:picChg>
      </pc:sldChg>
      <pc:sldChg chg="modSp">
        <pc:chgData name="VB-Meredith, Charles (Virginia Beach)" userId="816d316b-6d12-4f1e-b3ac-3b960a01f1dd" providerId="ADAL" clId="{0AEF0F41-105C-40BA-8B28-B75AEA2BDD1D}" dt="2026-05-12T22:50:09.458" v="2"/>
        <pc:sldMkLst>
          <pc:docMk/>
          <pc:sldMk cId="3384551334" sldId="261"/>
        </pc:sldMkLst>
        <pc:spChg chg="mod">
          <ac:chgData name="VB-Meredith, Charles (Virginia Beach)" userId="816d316b-6d12-4f1e-b3ac-3b960a01f1dd" providerId="ADAL" clId="{0AEF0F41-105C-40BA-8B28-B75AEA2BDD1D}" dt="2026-05-12T22:50:09.458" v="2"/>
          <ac:spMkLst>
            <pc:docMk/>
            <pc:sldMk cId="3384551334" sldId="261"/>
            <ac:spMk id="3" creationId="{8CB19FBE-85F3-E6C7-3925-2E9AE64E30E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24A5E6-7417-4FF7-8A6F-9AADA2D2DC40}"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BE00369-5113-4802-A5EA-96FC37AD1FC5}">
      <dgm:prSet/>
      <dgm:spPr/>
      <dgm:t>
        <a:bodyPr/>
        <a:lstStyle/>
        <a:p>
          <a:r>
            <a:rPr lang="en-US" b="1"/>
            <a:t>Using Artificial Intelligence there are a plethora of benefits to make your job easier:</a:t>
          </a:r>
          <a:endParaRPr lang="en-US"/>
        </a:p>
      </dgm:t>
    </dgm:pt>
    <dgm:pt modelId="{B02D5702-B2B2-47B3-B84B-BCF33BD37019}" type="parTrans" cxnId="{8171DFB2-8CF0-4208-9617-B08AC90DB5CF}">
      <dgm:prSet/>
      <dgm:spPr/>
      <dgm:t>
        <a:bodyPr/>
        <a:lstStyle/>
        <a:p>
          <a:endParaRPr lang="en-US"/>
        </a:p>
      </dgm:t>
    </dgm:pt>
    <dgm:pt modelId="{46A80BBA-9284-47D0-9B58-C30B244FA318}" type="sibTrans" cxnId="{8171DFB2-8CF0-4208-9617-B08AC90DB5CF}">
      <dgm:prSet/>
      <dgm:spPr/>
      <dgm:t>
        <a:bodyPr/>
        <a:lstStyle/>
        <a:p>
          <a:endParaRPr lang="en-US"/>
        </a:p>
      </dgm:t>
    </dgm:pt>
    <dgm:pt modelId="{DF43E872-3097-49FF-B177-9342810881AB}">
      <dgm:prSet/>
      <dgm:spPr/>
      <dgm:t>
        <a:bodyPr/>
        <a:lstStyle/>
        <a:p>
          <a:r>
            <a:rPr lang="en-US" b="1"/>
            <a:t>-  A user can process data on a scale that would be impossible or at least time consuming     when it comes to analyzing security logs. </a:t>
          </a:r>
          <a:endParaRPr lang="en-US"/>
        </a:p>
      </dgm:t>
    </dgm:pt>
    <dgm:pt modelId="{A787FBAE-CD20-4ABC-BE96-A2CADCBEAABB}" type="parTrans" cxnId="{D1A5E571-2694-413E-AFFA-2147E13B2349}">
      <dgm:prSet/>
      <dgm:spPr/>
      <dgm:t>
        <a:bodyPr/>
        <a:lstStyle/>
        <a:p>
          <a:endParaRPr lang="en-US"/>
        </a:p>
      </dgm:t>
    </dgm:pt>
    <dgm:pt modelId="{25A23E62-343C-4B61-8AF0-041C024FD8E3}" type="sibTrans" cxnId="{D1A5E571-2694-413E-AFFA-2147E13B2349}">
      <dgm:prSet/>
      <dgm:spPr/>
      <dgm:t>
        <a:bodyPr/>
        <a:lstStyle/>
        <a:p>
          <a:endParaRPr lang="en-US"/>
        </a:p>
      </dgm:t>
    </dgm:pt>
    <dgm:pt modelId="{4D021FCB-03E7-434B-98B2-9E0D99D19837}">
      <dgm:prSet/>
      <dgm:spPr/>
      <dgm:t>
        <a:bodyPr/>
        <a:lstStyle/>
        <a:p>
          <a:r>
            <a:rPr lang="en-US" b="1"/>
            <a:t>If a model is trained well with a thorough baseline, artificial Intelligence could help with rapid anomaly detection. It could also help with identify malicious files through structure rather than signature. Users could also benefit from unusual user activity on systems.</a:t>
          </a:r>
          <a:endParaRPr lang="en-US"/>
        </a:p>
      </dgm:t>
    </dgm:pt>
    <dgm:pt modelId="{9813E06B-9FBF-449D-80E6-B8AE921E9932}" type="parTrans" cxnId="{B17FF586-1A30-41A7-BBE0-A26708DF8D2A}">
      <dgm:prSet/>
      <dgm:spPr/>
      <dgm:t>
        <a:bodyPr/>
        <a:lstStyle/>
        <a:p>
          <a:endParaRPr lang="en-US"/>
        </a:p>
      </dgm:t>
    </dgm:pt>
    <dgm:pt modelId="{62FBF9F8-0130-4425-BF03-9B343A5010C3}" type="sibTrans" cxnId="{B17FF586-1A30-41A7-BBE0-A26708DF8D2A}">
      <dgm:prSet/>
      <dgm:spPr/>
      <dgm:t>
        <a:bodyPr/>
        <a:lstStyle/>
        <a:p>
          <a:endParaRPr lang="en-US"/>
        </a:p>
      </dgm:t>
    </dgm:pt>
    <dgm:pt modelId="{76E90FAC-804C-4459-BB57-A99847BDF0B4}">
      <dgm:prSet/>
      <dgm:spPr/>
      <dgm:t>
        <a:bodyPr/>
        <a:lstStyle/>
        <a:p>
          <a:r>
            <a:rPr lang="en-US" b="1"/>
            <a:t>Another benefit could be overall reaction to malicious attacks by halting particular movements on a system either by real-time blocking, faster quiring on massive databases and finally malware analysis at faster speeds in virtual environments. </a:t>
          </a:r>
          <a:endParaRPr lang="en-US"/>
        </a:p>
      </dgm:t>
    </dgm:pt>
    <dgm:pt modelId="{4DCE5A85-5C0D-4F03-8CA9-050D196D37A7}" type="parTrans" cxnId="{8ED5F19A-9133-4396-9DA5-57F042FA8A7A}">
      <dgm:prSet/>
      <dgm:spPr/>
      <dgm:t>
        <a:bodyPr/>
        <a:lstStyle/>
        <a:p>
          <a:endParaRPr lang="en-US"/>
        </a:p>
      </dgm:t>
    </dgm:pt>
    <dgm:pt modelId="{21C82808-ACC6-4A5C-97C2-14EC7A718308}" type="sibTrans" cxnId="{8ED5F19A-9133-4396-9DA5-57F042FA8A7A}">
      <dgm:prSet/>
      <dgm:spPr/>
      <dgm:t>
        <a:bodyPr/>
        <a:lstStyle/>
        <a:p>
          <a:endParaRPr lang="en-US"/>
        </a:p>
      </dgm:t>
    </dgm:pt>
    <dgm:pt modelId="{4E260BF3-43FE-478A-A4D3-09FF34E727BD}" type="pres">
      <dgm:prSet presAssocID="{8D24A5E6-7417-4FF7-8A6F-9AADA2D2DC40}" presName="hierChild1" presStyleCnt="0">
        <dgm:presLayoutVars>
          <dgm:chPref val="1"/>
          <dgm:dir/>
          <dgm:animOne val="branch"/>
          <dgm:animLvl val="lvl"/>
          <dgm:resizeHandles/>
        </dgm:presLayoutVars>
      </dgm:prSet>
      <dgm:spPr/>
    </dgm:pt>
    <dgm:pt modelId="{2D64F06E-2F37-4326-98D1-0D447967C995}" type="pres">
      <dgm:prSet presAssocID="{BBE00369-5113-4802-A5EA-96FC37AD1FC5}" presName="hierRoot1" presStyleCnt="0"/>
      <dgm:spPr/>
    </dgm:pt>
    <dgm:pt modelId="{1DB72706-FF8E-4194-BC5A-80C8BE0C2FA9}" type="pres">
      <dgm:prSet presAssocID="{BBE00369-5113-4802-A5EA-96FC37AD1FC5}" presName="composite" presStyleCnt="0"/>
      <dgm:spPr/>
    </dgm:pt>
    <dgm:pt modelId="{C1F3C90B-F2EB-41D3-82DD-3E1D0BDC8EFB}" type="pres">
      <dgm:prSet presAssocID="{BBE00369-5113-4802-A5EA-96FC37AD1FC5}" presName="background" presStyleLbl="node0" presStyleIdx="0" presStyleCnt="2"/>
      <dgm:spPr/>
    </dgm:pt>
    <dgm:pt modelId="{EB0446B6-8AE5-4FA9-B0E7-8FE0EACDEB22}" type="pres">
      <dgm:prSet presAssocID="{BBE00369-5113-4802-A5EA-96FC37AD1FC5}" presName="text" presStyleLbl="fgAcc0" presStyleIdx="0" presStyleCnt="2">
        <dgm:presLayoutVars>
          <dgm:chPref val="3"/>
        </dgm:presLayoutVars>
      </dgm:prSet>
      <dgm:spPr/>
    </dgm:pt>
    <dgm:pt modelId="{3569BB5C-8660-42E9-A1DA-78DDF30CC9A9}" type="pres">
      <dgm:prSet presAssocID="{BBE00369-5113-4802-A5EA-96FC37AD1FC5}" presName="hierChild2" presStyleCnt="0"/>
      <dgm:spPr/>
    </dgm:pt>
    <dgm:pt modelId="{987AF400-2C9A-44D1-AB6C-FD0855C8614B}" type="pres">
      <dgm:prSet presAssocID="{DF43E872-3097-49FF-B177-9342810881AB}" presName="hierRoot1" presStyleCnt="0"/>
      <dgm:spPr/>
    </dgm:pt>
    <dgm:pt modelId="{CEC75D69-B4AD-4EAC-9A31-771B1541F565}" type="pres">
      <dgm:prSet presAssocID="{DF43E872-3097-49FF-B177-9342810881AB}" presName="composite" presStyleCnt="0"/>
      <dgm:spPr/>
    </dgm:pt>
    <dgm:pt modelId="{171A5A86-FDF6-45D6-8869-66A764A3A5E5}" type="pres">
      <dgm:prSet presAssocID="{DF43E872-3097-49FF-B177-9342810881AB}" presName="background" presStyleLbl="node0" presStyleIdx="1" presStyleCnt="2"/>
      <dgm:spPr/>
    </dgm:pt>
    <dgm:pt modelId="{CAED4BA2-65B3-4B34-8EE5-59E72D1E9D70}" type="pres">
      <dgm:prSet presAssocID="{DF43E872-3097-49FF-B177-9342810881AB}" presName="text" presStyleLbl="fgAcc0" presStyleIdx="1" presStyleCnt="2">
        <dgm:presLayoutVars>
          <dgm:chPref val="3"/>
        </dgm:presLayoutVars>
      </dgm:prSet>
      <dgm:spPr/>
    </dgm:pt>
    <dgm:pt modelId="{5C65D633-2E9A-4F98-83CE-525227D1D0D3}" type="pres">
      <dgm:prSet presAssocID="{DF43E872-3097-49FF-B177-9342810881AB}" presName="hierChild2" presStyleCnt="0"/>
      <dgm:spPr/>
    </dgm:pt>
    <dgm:pt modelId="{EBEECEC8-849A-4314-9272-AB3058E99C0F}" type="pres">
      <dgm:prSet presAssocID="{9813E06B-9FBF-449D-80E6-B8AE921E9932}" presName="Name10" presStyleLbl="parChTrans1D2" presStyleIdx="0" presStyleCnt="2"/>
      <dgm:spPr/>
    </dgm:pt>
    <dgm:pt modelId="{30B32768-8355-4C3B-9FDA-E7FBDBEE9DAD}" type="pres">
      <dgm:prSet presAssocID="{4D021FCB-03E7-434B-98B2-9E0D99D19837}" presName="hierRoot2" presStyleCnt="0"/>
      <dgm:spPr/>
    </dgm:pt>
    <dgm:pt modelId="{38B6FD22-CA4C-4CA2-A8C9-D6722A95D667}" type="pres">
      <dgm:prSet presAssocID="{4D021FCB-03E7-434B-98B2-9E0D99D19837}" presName="composite2" presStyleCnt="0"/>
      <dgm:spPr/>
    </dgm:pt>
    <dgm:pt modelId="{D3148A34-D73A-4F83-B88C-503663957EAD}" type="pres">
      <dgm:prSet presAssocID="{4D021FCB-03E7-434B-98B2-9E0D99D19837}" presName="background2" presStyleLbl="node2" presStyleIdx="0" presStyleCnt="2"/>
      <dgm:spPr/>
    </dgm:pt>
    <dgm:pt modelId="{EBE3B3B8-B176-4134-913A-0717FCFF0EA1}" type="pres">
      <dgm:prSet presAssocID="{4D021FCB-03E7-434B-98B2-9E0D99D19837}" presName="text2" presStyleLbl="fgAcc2" presStyleIdx="0" presStyleCnt="2">
        <dgm:presLayoutVars>
          <dgm:chPref val="3"/>
        </dgm:presLayoutVars>
      </dgm:prSet>
      <dgm:spPr/>
    </dgm:pt>
    <dgm:pt modelId="{B4D88EBB-1760-414F-BFFB-C0DA4BD12060}" type="pres">
      <dgm:prSet presAssocID="{4D021FCB-03E7-434B-98B2-9E0D99D19837}" presName="hierChild3" presStyleCnt="0"/>
      <dgm:spPr/>
    </dgm:pt>
    <dgm:pt modelId="{714A1952-8788-445D-80C1-9CFC356D459F}" type="pres">
      <dgm:prSet presAssocID="{4DCE5A85-5C0D-4F03-8CA9-050D196D37A7}" presName="Name10" presStyleLbl="parChTrans1D2" presStyleIdx="1" presStyleCnt="2"/>
      <dgm:spPr/>
    </dgm:pt>
    <dgm:pt modelId="{2DC1DB75-F213-47FA-9A68-316C9B76552D}" type="pres">
      <dgm:prSet presAssocID="{76E90FAC-804C-4459-BB57-A99847BDF0B4}" presName="hierRoot2" presStyleCnt="0"/>
      <dgm:spPr/>
    </dgm:pt>
    <dgm:pt modelId="{F9BD18FF-C7A2-4384-841E-4BFF7F0C163E}" type="pres">
      <dgm:prSet presAssocID="{76E90FAC-804C-4459-BB57-A99847BDF0B4}" presName="composite2" presStyleCnt="0"/>
      <dgm:spPr/>
    </dgm:pt>
    <dgm:pt modelId="{EA618DE1-B24B-4AA8-AC73-543797DAE283}" type="pres">
      <dgm:prSet presAssocID="{76E90FAC-804C-4459-BB57-A99847BDF0B4}" presName="background2" presStyleLbl="node2" presStyleIdx="1" presStyleCnt="2"/>
      <dgm:spPr/>
    </dgm:pt>
    <dgm:pt modelId="{48CE81E5-66AB-458E-8106-420BCA42EF89}" type="pres">
      <dgm:prSet presAssocID="{76E90FAC-804C-4459-BB57-A99847BDF0B4}" presName="text2" presStyleLbl="fgAcc2" presStyleIdx="1" presStyleCnt="2">
        <dgm:presLayoutVars>
          <dgm:chPref val="3"/>
        </dgm:presLayoutVars>
      </dgm:prSet>
      <dgm:spPr/>
    </dgm:pt>
    <dgm:pt modelId="{EC502B09-8C02-4151-9C94-8A53D992CABF}" type="pres">
      <dgm:prSet presAssocID="{76E90FAC-804C-4459-BB57-A99847BDF0B4}" presName="hierChild3" presStyleCnt="0"/>
      <dgm:spPr/>
    </dgm:pt>
  </dgm:ptLst>
  <dgm:cxnLst>
    <dgm:cxn modelId="{C73F4215-5B50-427F-B5A6-2C6C98A93672}" type="presOf" srcId="{8D24A5E6-7417-4FF7-8A6F-9AADA2D2DC40}" destId="{4E260BF3-43FE-478A-A4D3-09FF34E727BD}" srcOrd="0" destOrd="0" presId="urn:microsoft.com/office/officeart/2005/8/layout/hierarchy1"/>
    <dgm:cxn modelId="{D1A5E571-2694-413E-AFFA-2147E13B2349}" srcId="{8D24A5E6-7417-4FF7-8A6F-9AADA2D2DC40}" destId="{DF43E872-3097-49FF-B177-9342810881AB}" srcOrd="1" destOrd="0" parTransId="{A787FBAE-CD20-4ABC-BE96-A2CADCBEAABB}" sibTransId="{25A23E62-343C-4B61-8AF0-041C024FD8E3}"/>
    <dgm:cxn modelId="{5A206878-4D83-46B3-AF7F-4D89516CF3A3}" type="presOf" srcId="{4D021FCB-03E7-434B-98B2-9E0D99D19837}" destId="{EBE3B3B8-B176-4134-913A-0717FCFF0EA1}" srcOrd="0" destOrd="0" presId="urn:microsoft.com/office/officeart/2005/8/layout/hierarchy1"/>
    <dgm:cxn modelId="{B17FF586-1A30-41A7-BBE0-A26708DF8D2A}" srcId="{DF43E872-3097-49FF-B177-9342810881AB}" destId="{4D021FCB-03E7-434B-98B2-9E0D99D19837}" srcOrd="0" destOrd="0" parTransId="{9813E06B-9FBF-449D-80E6-B8AE921E9932}" sibTransId="{62FBF9F8-0130-4425-BF03-9B343A5010C3}"/>
    <dgm:cxn modelId="{2C91B08C-2C8F-4AA8-880B-9DF58322E354}" type="presOf" srcId="{4DCE5A85-5C0D-4F03-8CA9-050D196D37A7}" destId="{714A1952-8788-445D-80C1-9CFC356D459F}" srcOrd="0" destOrd="0" presId="urn:microsoft.com/office/officeart/2005/8/layout/hierarchy1"/>
    <dgm:cxn modelId="{1C3EB399-E7AC-4088-BE82-4541865DD954}" type="presOf" srcId="{BBE00369-5113-4802-A5EA-96FC37AD1FC5}" destId="{EB0446B6-8AE5-4FA9-B0E7-8FE0EACDEB22}" srcOrd="0" destOrd="0" presId="urn:microsoft.com/office/officeart/2005/8/layout/hierarchy1"/>
    <dgm:cxn modelId="{8ED5F19A-9133-4396-9DA5-57F042FA8A7A}" srcId="{DF43E872-3097-49FF-B177-9342810881AB}" destId="{76E90FAC-804C-4459-BB57-A99847BDF0B4}" srcOrd="1" destOrd="0" parTransId="{4DCE5A85-5C0D-4F03-8CA9-050D196D37A7}" sibTransId="{21C82808-ACC6-4A5C-97C2-14EC7A718308}"/>
    <dgm:cxn modelId="{8171DFB2-8CF0-4208-9617-B08AC90DB5CF}" srcId="{8D24A5E6-7417-4FF7-8A6F-9AADA2D2DC40}" destId="{BBE00369-5113-4802-A5EA-96FC37AD1FC5}" srcOrd="0" destOrd="0" parTransId="{B02D5702-B2B2-47B3-B84B-BCF33BD37019}" sibTransId="{46A80BBA-9284-47D0-9B58-C30B244FA318}"/>
    <dgm:cxn modelId="{5A91C7BE-7738-4D41-9CFF-FFA273C83731}" type="presOf" srcId="{9813E06B-9FBF-449D-80E6-B8AE921E9932}" destId="{EBEECEC8-849A-4314-9272-AB3058E99C0F}" srcOrd="0" destOrd="0" presId="urn:microsoft.com/office/officeart/2005/8/layout/hierarchy1"/>
    <dgm:cxn modelId="{639755CC-C5B7-415F-978D-00E87865F334}" type="presOf" srcId="{76E90FAC-804C-4459-BB57-A99847BDF0B4}" destId="{48CE81E5-66AB-458E-8106-420BCA42EF89}" srcOrd="0" destOrd="0" presId="urn:microsoft.com/office/officeart/2005/8/layout/hierarchy1"/>
    <dgm:cxn modelId="{BE344CDB-90A5-41E7-83D7-C3FF761B06EB}" type="presOf" srcId="{DF43E872-3097-49FF-B177-9342810881AB}" destId="{CAED4BA2-65B3-4B34-8EE5-59E72D1E9D70}" srcOrd="0" destOrd="0" presId="urn:microsoft.com/office/officeart/2005/8/layout/hierarchy1"/>
    <dgm:cxn modelId="{5817FCF6-5E00-42FE-A08A-C9BB372CFE32}" type="presParOf" srcId="{4E260BF3-43FE-478A-A4D3-09FF34E727BD}" destId="{2D64F06E-2F37-4326-98D1-0D447967C995}" srcOrd="0" destOrd="0" presId="urn:microsoft.com/office/officeart/2005/8/layout/hierarchy1"/>
    <dgm:cxn modelId="{66F1A840-0FD1-49D4-9ACF-EB11EC82AE12}" type="presParOf" srcId="{2D64F06E-2F37-4326-98D1-0D447967C995}" destId="{1DB72706-FF8E-4194-BC5A-80C8BE0C2FA9}" srcOrd="0" destOrd="0" presId="urn:microsoft.com/office/officeart/2005/8/layout/hierarchy1"/>
    <dgm:cxn modelId="{9F113C15-1202-4805-8C08-AA86528467E6}" type="presParOf" srcId="{1DB72706-FF8E-4194-BC5A-80C8BE0C2FA9}" destId="{C1F3C90B-F2EB-41D3-82DD-3E1D0BDC8EFB}" srcOrd="0" destOrd="0" presId="urn:microsoft.com/office/officeart/2005/8/layout/hierarchy1"/>
    <dgm:cxn modelId="{E3259553-6BBA-4B42-8DD4-FF11FFFCF4B7}" type="presParOf" srcId="{1DB72706-FF8E-4194-BC5A-80C8BE0C2FA9}" destId="{EB0446B6-8AE5-4FA9-B0E7-8FE0EACDEB22}" srcOrd="1" destOrd="0" presId="urn:microsoft.com/office/officeart/2005/8/layout/hierarchy1"/>
    <dgm:cxn modelId="{0F81853F-3AA1-4A90-A34E-FB0FC95F1088}" type="presParOf" srcId="{2D64F06E-2F37-4326-98D1-0D447967C995}" destId="{3569BB5C-8660-42E9-A1DA-78DDF30CC9A9}" srcOrd="1" destOrd="0" presId="urn:microsoft.com/office/officeart/2005/8/layout/hierarchy1"/>
    <dgm:cxn modelId="{7B9FBF9F-5227-4110-9809-4562C17DF0B5}" type="presParOf" srcId="{4E260BF3-43FE-478A-A4D3-09FF34E727BD}" destId="{987AF400-2C9A-44D1-AB6C-FD0855C8614B}" srcOrd="1" destOrd="0" presId="urn:microsoft.com/office/officeart/2005/8/layout/hierarchy1"/>
    <dgm:cxn modelId="{A63CE3F2-E0CD-45F0-8852-9D3560A34D74}" type="presParOf" srcId="{987AF400-2C9A-44D1-AB6C-FD0855C8614B}" destId="{CEC75D69-B4AD-4EAC-9A31-771B1541F565}" srcOrd="0" destOrd="0" presId="urn:microsoft.com/office/officeart/2005/8/layout/hierarchy1"/>
    <dgm:cxn modelId="{A67323A6-5120-4D61-8F04-1F9B0563C3D3}" type="presParOf" srcId="{CEC75D69-B4AD-4EAC-9A31-771B1541F565}" destId="{171A5A86-FDF6-45D6-8869-66A764A3A5E5}" srcOrd="0" destOrd="0" presId="urn:microsoft.com/office/officeart/2005/8/layout/hierarchy1"/>
    <dgm:cxn modelId="{75F971A2-C008-41A3-B2D8-E221E7786030}" type="presParOf" srcId="{CEC75D69-B4AD-4EAC-9A31-771B1541F565}" destId="{CAED4BA2-65B3-4B34-8EE5-59E72D1E9D70}" srcOrd="1" destOrd="0" presId="urn:microsoft.com/office/officeart/2005/8/layout/hierarchy1"/>
    <dgm:cxn modelId="{D11B5063-4F2D-4921-A573-16C3B0B2CF20}" type="presParOf" srcId="{987AF400-2C9A-44D1-AB6C-FD0855C8614B}" destId="{5C65D633-2E9A-4F98-83CE-525227D1D0D3}" srcOrd="1" destOrd="0" presId="urn:microsoft.com/office/officeart/2005/8/layout/hierarchy1"/>
    <dgm:cxn modelId="{F4148351-D0B0-49CA-A60C-712D6B20161F}" type="presParOf" srcId="{5C65D633-2E9A-4F98-83CE-525227D1D0D3}" destId="{EBEECEC8-849A-4314-9272-AB3058E99C0F}" srcOrd="0" destOrd="0" presId="urn:microsoft.com/office/officeart/2005/8/layout/hierarchy1"/>
    <dgm:cxn modelId="{597D9B01-52B4-4077-A28E-00AC67CB56F8}" type="presParOf" srcId="{5C65D633-2E9A-4F98-83CE-525227D1D0D3}" destId="{30B32768-8355-4C3B-9FDA-E7FBDBEE9DAD}" srcOrd="1" destOrd="0" presId="urn:microsoft.com/office/officeart/2005/8/layout/hierarchy1"/>
    <dgm:cxn modelId="{A966883D-5C16-46D9-B757-962F0F5E8630}" type="presParOf" srcId="{30B32768-8355-4C3B-9FDA-E7FBDBEE9DAD}" destId="{38B6FD22-CA4C-4CA2-A8C9-D6722A95D667}" srcOrd="0" destOrd="0" presId="urn:microsoft.com/office/officeart/2005/8/layout/hierarchy1"/>
    <dgm:cxn modelId="{F0156BF6-C872-49FC-A8E3-1CAB59DE20DB}" type="presParOf" srcId="{38B6FD22-CA4C-4CA2-A8C9-D6722A95D667}" destId="{D3148A34-D73A-4F83-B88C-503663957EAD}" srcOrd="0" destOrd="0" presId="urn:microsoft.com/office/officeart/2005/8/layout/hierarchy1"/>
    <dgm:cxn modelId="{B44A3298-AE35-41D0-BC1A-25DAC18152D2}" type="presParOf" srcId="{38B6FD22-CA4C-4CA2-A8C9-D6722A95D667}" destId="{EBE3B3B8-B176-4134-913A-0717FCFF0EA1}" srcOrd="1" destOrd="0" presId="urn:microsoft.com/office/officeart/2005/8/layout/hierarchy1"/>
    <dgm:cxn modelId="{980B7251-BAF5-4090-BFCB-C14F29F5F602}" type="presParOf" srcId="{30B32768-8355-4C3B-9FDA-E7FBDBEE9DAD}" destId="{B4D88EBB-1760-414F-BFFB-C0DA4BD12060}" srcOrd="1" destOrd="0" presId="urn:microsoft.com/office/officeart/2005/8/layout/hierarchy1"/>
    <dgm:cxn modelId="{329E6B2B-F209-4306-84C9-00E8B5487E25}" type="presParOf" srcId="{5C65D633-2E9A-4F98-83CE-525227D1D0D3}" destId="{714A1952-8788-445D-80C1-9CFC356D459F}" srcOrd="2" destOrd="0" presId="urn:microsoft.com/office/officeart/2005/8/layout/hierarchy1"/>
    <dgm:cxn modelId="{CA15CE8B-7A59-428A-94A4-C5C4E580FC90}" type="presParOf" srcId="{5C65D633-2E9A-4F98-83CE-525227D1D0D3}" destId="{2DC1DB75-F213-47FA-9A68-316C9B76552D}" srcOrd="3" destOrd="0" presId="urn:microsoft.com/office/officeart/2005/8/layout/hierarchy1"/>
    <dgm:cxn modelId="{D7B87319-0A40-4E58-9440-10B9971136F5}" type="presParOf" srcId="{2DC1DB75-F213-47FA-9A68-316C9B76552D}" destId="{F9BD18FF-C7A2-4384-841E-4BFF7F0C163E}" srcOrd="0" destOrd="0" presId="urn:microsoft.com/office/officeart/2005/8/layout/hierarchy1"/>
    <dgm:cxn modelId="{ADE427A3-1A06-418C-87E3-BAB65F322567}" type="presParOf" srcId="{F9BD18FF-C7A2-4384-841E-4BFF7F0C163E}" destId="{EA618DE1-B24B-4AA8-AC73-543797DAE283}" srcOrd="0" destOrd="0" presId="urn:microsoft.com/office/officeart/2005/8/layout/hierarchy1"/>
    <dgm:cxn modelId="{7A19497C-F648-448D-89F2-0995D21F3C85}" type="presParOf" srcId="{F9BD18FF-C7A2-4384-841E-4BFF7F0C163E}" destId="{48CE81E5-66AB-458E-8106-420BCA42EF89}" srcOrd="1" destOrd="0" presId="urn:microsoft.com/office/officeart/2005/8/layout/hierarchy1"/>
    <dgm:cxn modelId="{F24D6D03-5C61-4281-8BF5-2033B5FCE090}" type="presParOf" srcId="{2DC1DB75-F213-47FA-9A68-316C9B76552D}" destId="{EC502B09-8C02-4151-9C94-8A53D992CAB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A1952-8788-445D-80C1-9CFC356D459F}">
      <dsp:nvSpPr>
        <dsp:cNvPr id="0" name=""/>
        <dsp:cNvSpPr/>
      </dsp:nvSpPr>
      <dsp:spPr>
        <a:xfrm>
          <a:off x="5906795" y="1425414"/>
          <a:ext cx="1371063" cy="652501"/>
        </a:xfrm>
        <a:custGeom>
          <a:avLst/>
          <a:gdLst/>
          <a:ahLst/>
          <a:cxnLst/>
          <a:rect l="0" t="0" r="0" b="0"/>
          <a:pathLst>
            <a:path>
              <a:moveTo>
                <a:pt x="0" y="0"/>
              </a:moveTo>
              <a:lnTo>
                <a:pt x="0" y="444660"/>
              </a:lnTo>
              <a:lnTo>
                <a:pt x="1371063" y="444660"/>
              </a:lnTo>
              <a:lnTo>
                <a:pt x="1371063" y="65250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EECEC8-849A-4314-9272-AB3058E99C0F}">
      <dsp:nvSpPr>
        <dsp:cNvPr id="0" name=""/>
        <dsp:cNvSpPr/>
      </dsp:nvSpPr>
      <dsp:spPr>
        <a:xfrm>
          <a:off x="4535732" y="1425414"/>
          <a:ext cx="1371063" cy="652501"/>
        </a:xfrm>
        <a:custGeom>
          <a:avLst/>
          <a:gdLst/>
          <a:ahLst/>
          <a:cxnLst/>
          <a:rect l="0" t="0" r="0" b="0"/>
          <a:pathLst>
            <a:path>
              <a:moveTo>
                <a:pt x="1371063" y="0"/>
              </a:moveTo>
              <a:lnTo>
                <a:pt x="1371063" y="444660"/>
              </a:lnTo>
              <a:lnTo>
                <a:pt x="0" y="444660"/>
              </a:lnTo>
              <a:lnTo>
                <a:pt x="0" y="652501"/>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F3C90B-F2EB-41D3-82DD-3E1D0BDC8EFB}">
      <dsp:nvSpPr>
        <dsp:cNvPr id="0" name=""/>
        <dsp:cNvSpPr/>
      </dsp:nvSpPr>
      <dsp:spPr>
        <a:xfrm>
          <a:off x="2042890" y="755"/>
          <a:ext cx="2243557" cy="14246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0446B6-8AE5-4FA9-B0E7-8FE0EACDEB22}">
      <dsp:nvSpPr>
        <dsp:cNvPr id="0" name=""/>
        <dsp:cNvSpPr/>
      </dsp:nvSpPr>
      <dsp:spPr>
        <a:xfrm>
          <a:off x="2292174" y="237575"/>
          <a:ext cx="2243557" cy="14246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Using Artificial Intelligence there are a plethora of benefits to make your job easier:</a:t>
          </a:r>
          <a:endParaRPr lang="en-US" sz="1000" kern="1200"/>
        </a:p>
      </dsp:txBody>
      <dsp:txXfrm>
        <a:off x="2333901" y="279302"/>
        <a:ext cx="2160103" cy="1341205"/>
      </dsp:txXfrm>
    </dsp:sp>
    <dsp:sp modelId="{171A5A86-FDF6-45D6-8869-66A764A3A5E5}">
      <dsp:nvSpPr>
        <dsp:cNvPr id="0" name=""/>
        <dsp:cNvSpPr/>
      </dsp:nvSpPr>
      <dsp:spPr>
        <a:xfrm>
          <a:off x="4785016" y="755"/>
          <a:ext cx="2243557" cy="14246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ED4BA2-65B3-4B34-8EE5-59E72D1E9D70}">
      <dsp:nvSpPr>
        <dsp:cNvPr id="0" name=""/>
        <dsp:cNvSpPr/>
      </dsp:nvSpPr>
      <dsp:spPr>
        <a:xfrm>
          <a:off x="5034300" y="237575"/>
          <a:ext cx="2243557" cy="14246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  A user can process data on a scale that would be impossible or at least time consuming     when it comes to analyzing security logs. </a:t>
          </a:r>
          <a:endParaRPr lang="en-US" sz="1000" kern="1200"/>
        </a:p>
      </dsp:txBody>
      <dsp:txXfrm>
        <a:off x="5076027" y="279302"/>
        <a:ext cx="2160103" cy="1341205"/>
      </dsp:txXfrm>
    </dsp:sp>
    <dsp:sp modelId="{D3148A34-D73A-4F83-B88C-503663957EAD}">
      <dsp:nvSpPr>
        <dsp:cNvPr id="0" name=""/>
        <dsp:cNvSpPr/>
      </dsp:nvSpPr>
      <dsp:spPr>
        <a:xfrm>
          <a:off x="3413953" y="2077915"/>
          <a:ext cx="2243557" cy="142465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E3B3B8-B176-4134-913A-0717FCFF0EA1}">
      <dsp:nvSpPr>
        <dsp:cNvPr id="0" name=""/>
        <dsp:cNvSpPr/>
      </dsp:nvSpPr>
      <dsp:spPr>
        <a:xfrm>
          <a:off x="3663237" y="2314735"/>
          <a:ext cx="2243557" cy="142465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If a model is trained well with a thorough baseline, artificial Intelligence could help with rapid anomaly detection. It could also help with identify malicious files through structure rather than signature. Users could also benefit from unusual user activity on systems.</a:t>
          </a:r>
          <a:endParaRPr lang="en-US" sz="1000" kern="1200"/>
        </a:p>
      </dsp:txBody>
      <dsp:txXfrm>
        <a:off x="3704964" y="2356462"/>
        <a:ext cx="2160103" cy="1341205"/>
      </dsp:txXfrm>
    </dsp:sp>
    <dsp:sp modelId="{EA618DE1-B24B-4AA8-AC73-543797DAE283}">
      <dsp:nvSpPr>
        <dsp:cNvPr id="0" name=""/>
        <dsp:cNvSpPr/>
      </dsp:nvSpPr>
      <dsp:spPr>
        <a:xfrm>
          <a:off x="6156079" y="2077915"/>
          <a:ext cx="2243557" cy="142465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CE81E5-66AB-458E-8106-420BCA42EF89}">
      <dsp:nvSpPr>
        <dsp:cNvPr id="0" name=""/>
        <dsp:cNvSpPr/>
      </dsp:nvSpPr>
      <dsp:spPr>
        <a:xfrm>
          <a:off x="6405363" y="2314735"/>
          <a:ext cx="2243557" cy="142465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Another benefit could be overall reaction to malicious attacks by halting particular movements on a system either by real-time blocking, faster quiring on massive databases and finally malware analysis at faster speeds in virtual environments. </a:t>
          </a:r>
          <a:endParaRPr lang="en-US" sz="1000" kern="1200"/>
        </a:p>
      </dsp:txBody>
      <dsp:txXfrm>
        <a:off x="6447090" y="2356462"/>
        <a:ext cx="2160103" cy="13412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5/12/2026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58560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5/12/2026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23351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5/12/2026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21512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5/12/2026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7254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5/12/2026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7644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5/12/2026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32495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5/12/2026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9909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5/12/2026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1002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5/12/2026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67803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5/12/2026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93444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5/12/2026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8240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5/12/2026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63534"/>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crowdstrike.com/en-us/cybersecurity-101/cyberattacks/ai-powered-cyberattack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Math And Science Formulas">
            <a:extLst>
              <a:ext uri="{FF2B5EF4-FFF2-40B4-BE49-F238E27FC236}">
                <a16:creationId xmlns:a16="http://schemas.microsoft.com/office/drawing/2014/main" id="{A83D735F-357C-9A03-1812-E298B0FB8B4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542B7E-3AE7-01F4-602C-19E8B3EAB563}"/>
              </a:ext>
            </a:extLst>
          </p:cNvPr>
          <p:cNvSpPr>
            <a:spLocks noGrp="1"/>
          </p:cNvSpPr>
          <p:nvPr>
            <p:ph type="ctrTitle"/>
          </p:nvPr>
        </p:nvSpPr>
        <p:spPr>
          <a:xfrm>
            <a:off x="704088" y="2244909"/>
            <a:ext cx="4693473" cy="3954040"/>
          </a:xfrm>
        </p:spPr>
        <p:txBody>
          <a:bodyPr anchor="b">
            <a:normAutofit/>
          </a:bodyPr>
          <a:lstStyle/>
          <a:p>
            <a:pPr algn="ctr">
              <a:lnSpc>
                <a:spcPct val="90000"/>
              </a:lnSpc>
            </a:pPr>
            <a:r>
              <a:rPr lang="en-US" sz="4600" b="1" u="sng" dirty="0">
                <a:solidFill>
                  <a:srgbClr val="FFFFFF"/>
                </a:solidFill>
              </a:rPr>
              <a:t>1.3 In-Class Activity: Artificial Intelligence in Cybersecurity</a:t>
            </a:r>
          </a:p>
        </p:txBody>
      </p:sp>
      <p:sp>
        <p:nvSpPr>
          <p:cNvPr id="3" name="Subtitle 2">
            <a:extLst>
              <a:ext uri="{FF2B5EF4-FFF2-40B4-BE49-F238E27FC236}">
                <a16:creationId xmlns:a16="http://schemas.microsoft.com/office/drawing/2014/main" id="{2F12E2D3-BD56-A219-2F55-DF928F2CA2DA}"/>
              </a:ext>
            </a:extLst>
          </p:cNvPr>
          <p:cNvSpPr>
            <a:spLocks noGrp="1"/>
          </p:cNvSpPr>
          <p:nvPr>
            <p:ph type="subTitle" idx="1"/>
          </p:nvPr>
        </p:nvSpPr>
        <p:spPr>
          <a:xfrm>
            <a:off x="704088" y="659052"/>
            <a:ext cx="5819775" cy="670945"/>
          </a:xfrm>
        </p:spPr>
        <p:txBody>
          <a:bodyPr anchor="t">
            <a:normAutofit/>
          </a:bodyPr>
          <a:lstStyle/>
          <a:p>
            <a:pPr>
              <a:lnSpc>
                <a:spcPct val="100000"/>
              </a:lnSpc>
            </a:pPr>
            <a:r>
              <a:rPr lang="en-US" sz="700" b="1" dirty="0">
                <a:solidFill>
                  <a:srgbClr val="FFFFFF"/>
                </a:solidFill>
              </a:rPr>
              <a:t>By: Charles Meredith</a:t>
            </a:r>
          </a:p>
          <a:p>
            <a:pPr>
              <a:lnSpc>
                <a:spcPct val="100000"/>
              </a:lnSpc>
            </a:pPr>
            <a:r>
              <a:rPr lang="en-US" sz="700" b="1" dirty="0">
                <a:solidFill>
                  <a:srgbClr val="FFFFFF"/>
                </a:solidFill>
              </a:rPr>
              <a:t>CYB 410</a:t>
            </a:r>
          </a:p>
          <a:p>
            <a:pPr>
              <a:lnSpc>
                <a:spcPct val="100000"/>
              </a:lnSpc>
            </a:pPr>
            <a:r>
              <a:rPr lang="en-US" sz="700" b="1" dirty="0">
                <a:solidFill>
                  <a:srgbClr val="FFFFFF"/>
                </a:solidFill>
              </a:rPr>
              <a:t>05/11/2026</a:t>
            </a:r>
          </a:p>
        </p:txBody>
      </p:sp>
      <p:cxnSp>
        <p:nvCxnSpPr>
          <p:cNvPr id="13" name="Straight Connector 1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14478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35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0AFEA6-5724-9C3B-9875-E069224B7D83}"/>
              </a:ext>
            </a:extLst>
          </p:cNvPr>
          <p:cNvSpPr>
            <a:spLocks noGrp="1"/>
          </p:cNvSpPr>
          <p:nvPr>
            <p:ph type="title"/>
          </p:nvPr>
        </p:nvSpPr>
        <p:spPr>
          <a:xfrm>
            <a:off x="700087" y="909638"/>
            <a:ext cx="10691813" cy="1155618"/>
          </a:xfrm>
        </p:spPr>
        <p:txBody>
          <a:bodyPr>
            <a:normAutofit/>
          </a:bodyPr>
          <a:lstStyle/>
          <a:p>
            <a:pPr>
              <a:lnSpc>
                <a:spcPct val="90000"/>
              </a:lnSpc>
            </a:pPr>
            <a:r>
              <a:rPr lang="en-US" sz="3700" b="1" u="sng"/>
              <a:t>What benefit would you get from Utilizing AI and how would it make your job easier?</a:t>
            </a:r>
          </a:p>
        </p:txBody>
      </p:sp>
      <p:cxnSp>
        <p:nvCxnSpPr>
          <p:cNvPr id="50" name="Straight Connector 49">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4" name="Content Placeholder 2">
            <a:extLst>
              <a:ext uri="{FF2B5EF4-FFF2-40B4-BE49-F238E27FC236}">
                <a16:creationId xmlns:a16="http://schemas.microsoft.com/office/drawing/2014/main" id="{C8AD8FC7-853A-75A3-1634-DB7000C723F4}"/>
              </a:ext>
            </a:extLst>
          </p:cNvPr>
          <p:cNvGraphicFramePr>
            <a:graphicFrameLocks noGrp="1"/>
          </p:cNvGraphicFramePr>
          <p:nvPr>
            <p:ph idx="1"/>
            <p:extLst>
              <p:ext uri="{D42A27DB-BD31-4B8C-83A1-F6EECF244321}">
                <p14:modId xmlns:p14="http://schemas.microsoft.com/office/powerpoint/2010/main" val="669562777"/>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5546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153001-ACD0-8355-3463-DD5C43730419}"/>
              </a:ext>
            </a:extLst>
          </p:cNvPr>
          <p:cNvSpPr>
            <a:spLocks noGrp="1"/>
          </p:cNvSpPr>
          <p:nvPr>
            <p:ph type="title"/>
          </p:nvPr>
        </p:nvSpPr>
        <p:spPr>
          <a:xfrm>
            <a:off x="704088" y="914400"/>
            <a:ext cx="10780776" cy="1180210"/>
          </a:xfrm>
        </p:spPr>
        <p:txBody>
          <a:bodyPr>
            <a:normAutofit/>
          </a:bodyPr>
          <a:lstStyle/>
          <a:p>
            <a:pPr>
              <a:lnSpc>
                <a:spcPct val="90000"/>
              </a:lnSpc>
            </a:pPr>
            <a:r>
              <a:rPr lang="en-US" sz="3700" b="1" u="sng"/>
              <a:t>Will AI have a positive or negative impact overall on the security landscape</a:t>
            </a:r>
          </a:p>
        </p:txBody>
      </p:sp>
      <p:cxnSp>
        <p:nvCxnSpPr>
          <p:cNvPr id="13" name="Straight Connector 12">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Moonlit hills next to lake">
            <a:extLst>
              <a:ext uri="{FF2B5EF4-FFF2-40B4-BE49-F238E27FC236}">
                <a16:creationId xmlns:a16="http://schemas.microsoft.com/office/drawing/2014/main" id="{F656C747-BC1F-20E7-DA27-BF78599851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098" y="3041235"/>
            <a:ext cx="5549902" cy="3121819"/>
          </a:xfrm>
          <a:prstGeom prst="rect">
            <a:avLst/>
          </a:prstGeom>
        </p:spPr>
      </p:pic>
      <p:sp>
        <p:nvSpPr>
          <p:cNvPr id="3" name="Content Placeholder 2">
            <a:extLst>
              <a:ext uri="{FF2B5EF4-FFF2-40B4-BE49-F238E27FC236}">
                <a16:creationId xmlns:a16="http://schemas.microsoft.com/office/drawing/2014/main" id="{D178C4E3-882F-6B14-E02E-4266D3CB8CE8}"/>
              </a:ext>
            </a:extLst>
          </p:cNvPr>
          <p:cNvSpPr>
            <a:spLocks noGrp="1"/>
          </p:cNvSpPr>
          <p:nvPr>
            <p:ph idx="1"/>
          </p:nvPr>
        </p:nvSpPr>
        <p:spPr>
          <a:xfrm>
            <a:off x="6664960" y="2346960"/>
            <a:ext cx="4819903" cy="3775456"/>
          </a:xfrm>
        </p:spPr>
        <p:txBody>
          <a:bodyPr>
            <a:normAutofit/>
          </a:bodyPr>
          <a:lstStyle/>
          <a:p>
            <a:pPr>
              <a:lnSpc>
                <a:spcPct val="100000"/>
              </a:lnSpc>
            </a:pPr>
            <a:r>
              <a:rPr lang="en-US" sz="1300" b="1"/>
              <a:t>In my opinion it will have a positive impact in the short term and a negative impact in the security landscape.</a:t>
            </a:r>
          </a:p>
          <a:p>
            <a:pPr>
              <a:lnSpc>
                <a:spcPct val="100000"/>
              </a:lnSpc>
            </a:pPr>
            <a:r>
              <a:rPr lang="en-US" sz="1300" b="1" u="sng"/>
              <a:t>Positive Impacts: </a:t>
            </a:r>
          </a:p>
          <a:p>
            <a:pPr marL="0" indent="0">
              <a:lnSpc>
                <a:spcPct val="100000"/>
              </a:lnSpc>
              <a:buNone/>
            </a:pPr>
            <a:r>
              <a:rPr lang="en-US" sz="1300" b="1"/>
              <a:t>Allows for analysts to elevate their skills with large language model integration to make using tools easier.</a:t>
            </a:r>
            <a:r>
              <a:rPr lang="en-US" sz="1300"/>
              <a:t> </a:t>
            </a:r>
            <a:r>
              <a:rPr lang="en-US" sz="1300" b="1"/>
              <a:t>Makes security operations more of a threat hunting venture rather than reactive in nature. Integrating and augmenting users with AI can also allow for smaller teams to be more effective, even on a massive scale.</a:t>
            </a:r>
          </a:p>
          <a:p>
            <a:pPr>
              <a:lnSpc>
                <a:spcPct val="100000"/>
              </a:lnSpc>
            </a:pPr>
            <a:r>
              <a:rPr lang="en-US" sz="1300" b="1" u="sng"/>
              <a:t>Negative Impacts:</a:t>
            </a:r>
          </a:p>
          <a:p>
            <a:pPr marL="0" indent="0">
              <a:lnSpc>
                <a:spcPct val="100000"/>
              </a:lnSpc>
              <a:buNone/>
            </a:pPr>
            <a:r>
              <a:rPr lang="en-US" sz="1300" b="1"/>
              <a:t>Helps unskilled hackers to use complex hacking tools for more sophisticated attacks. Another negative impact is it will allow for more attacks to happen more frequently. Lastly, it helps attacks find more attack surfaces with less overall work involved </a:t>
            </a:r>
            <a:r>
              <a:rPr lang="en-US" sz="1300" b="1" u="sng"/>
              <a:t> </a:t>
            </a:r>
          </a:p>
        </p:txBody>
      </p:sp>
    </p:spTree>
    <p:extLst>
      <p:ext uri="{BB962C8B-B14F-4D97-AF65-F5344CB8AC3E}">
        <p14:creationId xmlns:p14="http://schemas.microsoft.com/office/powerpoint/2010/main" val="3168996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4B1B9F-588C-1F17-5EB5-789D4970547F}"/>
              </a:ext>
            </a:extLst>
          </p:cNvPr>
          <p:cNvSpPr>
            <a:spLocks noGrp="1"/>
          </p:cNvSpPr>
          <p:nvPr>
            <p:ph type="title"/>
          </p:nvPr>
        </p:nvSpPr>
        <p:spPr>
          <a:xfrm>
            <a:off x="6696186" y="909637"/>
            <a:ext cx="4800600" cy="1307592"/>
          </a:xfrm>
        </p:spPr>
        <p:txBody>
          <a:bodyPr>
            <a:normAutofit/>
          </a:bodyPr>
          <a:lstStyle/>
          <a:p>
            <a:pPr>
              <a:lnSpc>
                <a:spcPct val="90000"/>
              </a:lnSpc>
            </a:pPr>
            <a:r>
              <a:rPr lang="en-US" sz="2800" b="1" u="sng"/>
              <a:t>Provide an example of how Ai can support security operations</a:t>
            </a:r>
          </a:p>
        </p:txBody>
      </p:sp>
      <p:pic>
        <p:nvPicPr>
          <p:cNvPr id="5" name="Picture 4" descr="Key on a blueprint for a house">
            <a:extLst>
              <a:ext uri="{FF2B5EF4-FFF2-40B4-BE49-F238E27FC236}">
                <a16:creationId xmlns:a16="http://schemas.microsoft.com/office/drawing/2014/main" id="{7E0C25FC-9199-D6AC-A916-1E3F4D01D1B8}"/>
              </a:ext>
            </a:extLst>
          </p:cNvPr>
          <p:cNvPicPr>
            <a:picLocks noChangeAspect="1"/>
          </p:cNvPicPr>
          <p:nvPr/>
        </p:nvPicPr>
        <p:blipFill>
          <a:blip r:embed="rId2">
            <a:extLst>
              <a:ext uri="{28A0092B-C50C-407E-A947-70E740481C1C}">
                <a14:useLocalDpi xmlns:a14="http://schemas.microsoft.com/office/drawing/2010/main" val="0"/>
              </a:ext>
            </a:extLst>
          </a:blip>
          <a:srcRect l="29022" r="4878"/>
          <a:stretch>
            <a:fillRect/>
          </a:stretch>
        </p:blipFill>
        <p:spPr>
          <a:xfrm>
            <a:off x="20" y="10"/>
            <a:ext cx="6044164" cy="6857990"/>
          </a:xfrm>
          <a:prstGeom prst="rect">
            <a:avLst/>
          </a:prstGeom>
        </p:spPr>
      </p:pic>
      <p:cxnSp>
        <p:nvCxnSpPr>
          <p:cNvPr id="12" name="Straight Connector 11">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E9C4AD-B230-53F6-31C8-0F4F045B1D54}"/>
              </a:ext>
            </a:extLst>
          </p:cNvPr>
          <p:cNvSpPr>
            <a:spLocks noGrp="1"/>
          </p:cNvSpPr>
          <p:nvPr>
            <p:ph idx="1"/>
          </p:nvPr>
        </p:nvSpPr>
        <p:spPr>
          <a:xfrm>
            <a:off x="6696186" y="2221992"/>
            <a:ext cx="4800600" cy="3739896"/>
          </a:xfrm>
        </p:spPr>
        <p:txBody>
          <a:bodyPr>
            <a:normAutofit/>
          </a:bodyPr>
          <a:lstStyle/>
          <a:p>
            <a:pPr>
              <a:lnSpc>
                <a:spcPct val="100000"/>
              </a:lnSpc>
            </a:pPr>
            <a:r>
              <a:rPr lang="en-US" sz="1400" b="1"/>
              <a:t>An example of how artificial intelligence can support security operations would be to detect anomalous activity on a network. </a:t>
            </a:r>
          </a:p>
          <a:p>
            <a:pPr>
              <a:lnSpc>
                <a:spcPct val="100000"/>
              </a:lnSpc>
            </a:pPr>
            <a:r>
              <a:rPr lang="en-US" sz="1400" b="1"/>
              <a:t>Using AI to augment the SOC analysts, ability to establish a baseline for how normal behavior is on a network. So, if an attack is trying to laterally move on a network by bypassing firewall signatures you could have the AI monitor activities such as authentication times, file histories, and cross-department work flows. This would make detection easier for the analysts. </a:t>
            </a:r>
          </a:p>
          <a:p>
            <a:pPr>
              <a:lnSpc>
                <a:spcPct val="100000"/>
              </a:lnSpc>
            </a:pPr>
            <a:r>
              <a:rPr lang="en-US" sz="1400" b="1"/>
              <a:t>This would allow the user to have the AI agent make autonomous decisions instead of waiting on a human to give the okay for mitigation and analysis. </a:t>
            </a:r>
          </a:p>
        </p:txBody>
      </p:sp>
      <p:cxnSp>
        <p:nvCxnSpPr>
          <p:cNvPr id="14" name="Straight Connector 13">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757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FAA5-C814-ABEC-04C5-18437790E112}"/>
              </a:ext>
            </a:extLst>
          </p:cNvPr>
          <p:cNvSpPr>
            <a:spLocks noGrp="1"/>
          </p:cNvSpPr>
          <p:nvPr>
            <p:ph type="title"/>
          </p:nvPr>
        </p:nvSpPr>
        <p:spPr/>
        <p:txBody>
          <a:bodyPr>
            <a:normAutofit fontScale="90000"/>
          </a:bodyPr>
          <a:lstStyle/>
          <a:p>
            <a:pPr algn="ctr"/>
            <a:r>
              <a:rPr lang="en-US" b="1" u="sng" dirty="0"/>
              <a:t>Provide an example of how an attacker can use ai for malicious reasons</a:t>
            </a:r>
          </a:p>
        </p:txBody>
      </p:sp>
      <p:sp>
        <p:nvSpPr>
          <p:cNvPr id="3" name="Content Placeholder 2">
            <a:extLst>
              <a:ext uri="{FF2B5EF4-FFF2-40B4-BE49-F238E27FC236}">
                <a16:creationId xmlns:a16="http://schemas.microsoft.com/office/drawing/2014/main" id="{527EDC30-E055-C106-83D3-1A8D39D7655B}"/>
              </a:ext>
            </a:extLst>
          </p:cNvPr>
          <p:cNvSpPr>
            <a:spLocks noGrp="1"/>
          </p:cNvSpPr>
          <p:nvPr>
            <p:ph idx="1"/>
          </p:nvPr>
        </p:nvSpPr>
        <p:spPr/>
        <p:txBody>
          <a:bodyPr/>
          <a:lstStyle/>
          <a:p>
            <a:r>
              <a:rPr lang="en-US" b="1" dirty="0"/>
              <a:t>An example of how an attack could use AI for malicious reasons would be granting an unskilled hacker the ability to create advanced persistence threats with polymorphic malware with ease. </a:t>
            </a:r>
          </a:p>
          <a:p>
            <a:r>
              <a:rPr lang="en-US" b="1" dirty="0"/>
              <a:t>This would allow a threat actor to deploy malware onto a target and before Endpoint detection, IDS, IPS and Firewalls can detect the threat it has already modified its code structure and payload parameters so that systems cannot stop them.</a:t>
            </a:r>
          </a:p>
          <a:p>
            <a:r>
              <a:rPr lang="en-US" b="1" dirty="0"/>
              <a:t>Depending on the end goal of the attacker with the polymorphic malware bypassing security signature checks they can escalate privileges and encrypt files for ransom. With using AI tools unskilled hackers can close the skill gap and would only really be limited to their imagination and intentions. </a:t>
            </a:r>
          </a:p>
        </p:txBody>
      </p:sp>
    </p:spTree>
    <p:extLst>
      <p:ext uri="{BB962C8B-B14F-4D97-AF65-F5344CB8AC3E}">
        <p14:creationId xmlns:p14="http://schemas.microsoft.com/office/powerpoint/2010/main" val="2212173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8252-CDA4-5782-F822-45E797602B0A}"/>
              </a:ext>
            </a:extLst>
          </p:cNvPr>
          <p:cNvSpPr>
            <a:spLocks noGrp="1"/>
          </p:cNvSpPr>
          <p:nvPr>
            <p:ph type="title"/>
          </p:nvPr>
        </p:nvSpPr>
        <p:spPr/>
        <p:txBody>
          <a:bodyPr/>
          <a:lstStyle/>
          <a:p>
            <a:pPr algn="ctr"/>
            <a:r>
              <a:rPr lang="en-US" b="1" u="sng" dirty="0"/>
              <a:t>Reference Page</a:t>
            </a:r>
          </a:p>
        </p:txBody>
      </p:sp>
      <p:sp>
        <p:nvSpPr>
          <p:cNvPr id="3" name="Content Placeholder 2">
            <a:extLst>
              <a:ext uri="{FF2B5EF4-FFF2-40B4-BE49-F238E27FC236}">
                <a16:creationId xmlns:a16="http://schemas.microsoft.com/office/drawing/2014/main" id="{8CB19FBE-85F3-E6C7-3925-2E9AE64E30E8}"/>
              </a:ext>
            </a:extLst>
          </p:cNvPr>
          <p:cNvSpPr>
            <a:spLocks noGrp="1"/>
          </p:cNvSpPr>
          <p:nvPr>
            <p:ph idx="1"/>
          </p:nvPr>
        </p:nvSpPr>
        <p:spPr/>
        <p:txBody>
          <a:bodyPr/>
          <a:lstStyle/>
          <a:p>
            <a:r>
              <a:rPr lang="en-US" b="1" dirty="0"/>
              <a:t>Strike, C. (n.d.). </a:t>
            </a:r>
            <a:r>
              <a:rPr lang="en-US" b="1" i="1" dirty="0"/>
              <a:t>Most common AI-powered cyberattacks</a:t>
            </a:r>
            <a:r>
              <a:rPr lang="en-US" b="1" dirty="0"/>
              <a:t>. CrowdStrike. </a:t>
            </a:r>
            <a:r>
              <a:rPr lang="en-US" b="1" dirty="0">
                <a:hlinkClick r:id="rId2"/>
              </a:rPr>
              <a:t>https://www.crowdstrike.com/en-us/cybersecurity-101/cyberattacks/ai-powered-cyberattacks/</a:t>
            </a:r>
            <a:r>
              <a:rPr lang="en-US" b="1" dirty="0"/>
              <a:t> </a:t>
            </a:r>
          </a:p>
          <a:p>
            <a:endParaRPr lang="en-US" dirty="0"/>
          </a:p>
        </p:txBody>
      </p:sp>
    </p:spTree>
    <p:extLst>
      <p:ext uri="{BB962C8B-B14F-4D97-AF65-F5344CB8AC3E}">
        <p14:creationId xmlns:p14="http://schemas.microsoft.com/office/powerpoint/2010/main" val="338455133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Metadata/LabelInfo.xml><?xml version="1.0" encoding="utf-8"?>
<clbl:labelList xmlns:clbl="http://schemas.microsoft.com/office/2020/mipLabelMetadata">
  <clbl:label id="{50656f6f-463c-4054-9fc2-6f4071c6e7fc}" enabled="0" method="" siteId="{50656f6f-463c-4054-9fc2-6f4071c6e7fc}" removed="1"/>
</clbl:labelList>
</file>

<file path=docProps/app.xml><?xml version="1.0" encoding="utf-8"?>
<Properties xmlns="http://schemas.openxmlformats.org/officeDocument/2006/extended-properties" xmlns:vt="http://schemas.openxmlformats.org/officeDocument/2006/docPropsVTypes">
  <TotalTime>51</TotalTime>
  <Words>590</Words>
  <Application>Microsoft Office PowerPoint</Application>
  <PresentationFormat>Widescreen</PresentationFormat>
  <Paragraphs>25</Paragraphs>
  <Slides>6</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Calisto MT</vt:lpstr>
      <vt:lpstr>Univers Condensed</vt:lpstr>
      <vt:lpstr>ChronicleVTI</vt:lpstr>
      <vt:lpstr>1.3 In-Class Activity: Artificial Intelligence in Cybersecurity</vt:lpstr>
      <vt:lpstr>What benefit would you get from Utilizing AI and how would it make your job easier?</vt:lpstr>
      <vt:lpstr>Will AI have a positive or negative impact overall on the security landscape</vt:lpstr>
      <vt:lpstr>Provide an example of how Ai can support security operations</vt:lpstr>
      <vt:lpstr>Provide an example of how an attacker can use ai for malicious reasons</vt:lpstr>
      <vt:lpstr>Reference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VB-Meredith, Charles (Virginia Beach)</dc:creator>
  <cp:lastModifiedBy>VB-Meredith, Charles (Virginia Beach)</cp:lastModifiedBy>
  <cp:revision>1</cp:revision>
  <dcterms:created xsi:type="dcterms:W3CDTF">2026-05-11T21:35:45Z</dcterms:created>
  <dcterms:modified xsi:type="dcterms:W3CDTF">2026-05-12T22:56:24Z</dcterms:modified>
</cp:coreProperties>
</file>