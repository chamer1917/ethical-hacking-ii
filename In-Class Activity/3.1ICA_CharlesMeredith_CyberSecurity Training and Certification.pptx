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81D42-269A-47DB-9779-A432FE584466}" v="20" dt="2026-05-20T00:07:00.7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60" d="100"/>
          <a:sy n="60" d="100"/>
        </p:scale>
        <p:origin x="96" y="1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Meredith, Charles (Virginia Beach)" userId="816d316b-6d12-4f1e-b3ac-3b960a01f1dd" providerId="ADAL" clId="{0AEF0F41-105C-40BA-8B28-B75AEA2BDD1D}"/>
    <pc:docChg chg="custSel addSld delSld modSld">
      <pc:chgData name="VB-Meredith, Charles (Virginia Beach)" userId="816d316b-6d12-4f1e-b3ac-3b960a01f1dd" providerId="ADAL" clId="{0AEF0F41-105C-40BA-8B28-B75AEA2BDD1D}" dt="2026-05-20T00:07:02.212" v="4208" actId="26606"/>
      <pc:docMkLst>
        <pc:docMk/>
      </pc:docMkLst>
      <pc:sldChg chg="modSp mod">
        <pc:chgData name="VB-Meredith, Charles (Virginia Beach)" userId="816d316b-6d12-4f1e-b3ac-3b960a01f1dd" providerId="ADAL" clId="{0AEF0F41-105C-40BA-8B28-B75AEA2BDD1D}" dt="2026-05-19T23:40:57.947" v="117" actId="113"/>
        <pc:sldMkLst>
          <pc:docMk/>
          <pc:sldMk cId="2485631817" sldId="256"/>
        </pc:sldMkLst>
        <pc:spChg chg="mod">
          <ac:chgData name="VB-Meredith, Charles (Virginia Beach)" userId="816d316b-6d12-4f1e-b3ac-3b960a01f1dd" providerId="ADAL" clId="{0AEF0F41-105C-40BA-8B28-B75AEA2BDD1D}" dt="2026-05-19T23:40:40.976" v="65" actId="115"/>
          <ac:spMkLst>
            <pc:docMk/>
            <pc:sldMk cId="2485631817" sldId="256"/>
            <ac:spMk id="2" creationId="{E3206428-D879-E3FE-B89F-54A55E0DFF94}"/>
          </ac:spMkLst>
        </pc:spChg>
        <pc:spChg chg="mod">
          <ac:chgData name="VB-Meredith, Charles (Virginia Beach)" userId="816d316b-6d12-4f1e-b3ac-3b960a01f1dd" providerId="ADAL" clId="{0AEF0F41-105C-40BA-8B28-B75AEA2BDD1D}" dt="2026-05-19T23:40:57.947" v="117" actId="113"/>
          <ac:spMkLst>
            <pc:docMk/>
            <pc:sldMk cId="2485631817" sldId="256"/>
            <ac:spMk id="3" creationId="{2E82C76B-DDC7-DF92-60F2-CD9431BFDC4F}"/>
          </ac:spMkLst>
        </pc:spChg>
      </pc:sldChg>
      <pc:sldChg chg="addSp modSp new mod setBg">
        <pc:chgData name="VB-Meredith, Charles (Virginia Beach)" userId="816d316b-6d12-4f1e-b3ac-3b960a01f1dd" providerId="ADAL" clId="{0AEF0F41-105C-40BA-8B28-B75AEA2BDD1D}" dt="2026-05-19T23:57:01.838" v="2680" actId="26606"/>
        <pc:sldMkLst>
          <pc:docMk/>
          <pc:sldMk cId="188147198" sldId="257"/>
        </pc:sldMkLst>
        <pc:spChg chg="mod">
          <ac:chgData name="VB-Meredith, Charles (Virginia Beach)" userId="816d316b-6d12-4f1e-b3ac-3b960a01f1dd" providerId="ADAL" clId="{0AEF0F41-105C-40BA-8B28-B75AEA2BDD1D}" dt="2026-05-19T23:57:01.838" v="2680" actId="26606"/>
          <ac:spMkLst>
            <pc:docMk/>
            <pc:sldMk cId="188147198" sldId="257"/>
            <ac:spMk id="2" creationId="{884BA67D-4152-74BD-F2B0-12A9B0B04935}"/>
          </ac:spMkLst>
        </pc:spChg>
        <pc:spChg chg="mod">
          <ac:chgData name="VB-Meredith, Charles (Virginia Beach)" userId="816d316b-6d12-4f1e-b3ac-3b960a01f1dd" providerId="ADAL" clId="{0AEF0F41-105C-40BA-8B28-B75AEA2BDD1D}" dt="2026-05-19T23:57:01.838" v="2680" actId="26606"/>
          <ac:spMkLst>
            <pc:docMk/>
            <pc:sldMk cId="188147198" sldId="257"/>
            <ac:spMk id="3" creationId="{081104E4-D404-A586-E8FE-054C3BDD6A05}"/>
          </ac:spMkLst>
        </pc:spChg>
        <pc:spChg chg="add">
          <ac:chgData name="VB-Meredith, Charles (Virginia Beach)" userId="816d316b-6d12-4f1e-b3ac-3b960a01f1dd" providerId="ADAL" clId="{0AEF0F41-105C-40BA-8B28-B75AEA2BDD1D}" dt="2026-05-19T23:57:01.838" v="2680" actId="26606"/>
          <ac:spMkLst>
            <pc:docMk/>
            <pc:sldMk cId="188147198" sldId="257"/>
            <ac:spMk id="2055" creationId="{45D37F4E-DDB4-456B-97E0-9937730A039F}"/>
          </ac:spMkLst>
        </pc:spChg>
        <pc:spChg chg="add">
          <ac:chgData name="VB-Meredith, Charles (Virginia Beach)" userId="816d316b-6d12-4f1e-b3ac-3b960a01f1dd" providerId="ADAL" clId="{0AEF0F41-105C-40BA-8B28-B75AEA2BDD1D}" dt="2026-05-19T23:57:01.838" v="2680" actId="26606"/>
          <ac:spMkLst>
            <pc:docMk/>
            <pc:sldMk cId="188147198" sldId="257"/>
            <ac:spMk id="2057" creationId="{B2DD41CD-8F47-4F56-AD12-4E2FF7696987}"/>
          </ac:spMkLst>
        </pc:spChg>
        <pc:picChg chg="add mod">
          <ac:chgData name="VB-Meredith, Charles (Virginia Beach)" userId="816d316b-6d12-4f1e-b3ac-3b960a01f1dd" providerId="ADAL" clId="{0AEF0F41-105C-40BA-8B28-B75AEA2BDD1D}" dt="2026-05-19T23:57:01.838" v="2680" actId="26606"/>
          <ac:picMkLst>
            <pc:docMk/>
            <pc:sldMk cId="188147198" sldId="257"/>
            <ac:picMk id="2050" creationId="{08E688A2-A257-5EF0-7D51-EA6895078A42}"/>
          </ac:picMkLst>
        </pc:picChg>
      </pc:sldChg>
      <pc:sldChg chg="addSp modSp new mod setBg">
        <pc:chgData name="VB-Meredith, Charles (Virginia Beach)" userId="816d316b-6d12-4f1e-b3ac-3b960a01f1dd" providerId="ADAL" clId="{0AEF0F41-105C-40BA-8B28-B75AEA2BDD1D}" dt="2026-05-19T23:57:31.099" v="2682" actId="26606"/>
        <pc:sldMkLst>
          <pc:docMk/>
          <pc:sldMk cId="1289530920" sldId="258"/>
        </pc:sldMkLst>
        <pc:spChg chg="mod">
          <ac:chgData name="VB-Meredith, Charles (Virginia Beach)" userId="816d316b-6d12-4f1e-b3ac-3b960a01f1dd" providerId="ADAL" clId="{0AEF0F41-105C-40BA-8B28-B75AEA2BDD1D}" dt="2026-05-19T23:57:31.099" v="2682" actId="26606"/>
          <ac:spMkLst>
            <pc:docMk/>
            <pc:sldMk cId="1289530920" sldId="258"/>
            <ac:spMk id="2" creationId="{4BB255FC-197A-82B7-2D8A-41A76144A1D9}"/>
          </ac:spMkLst>
        </pc:spChg>
        <pc:spChg chg="mod ord">
          <ac:chgData name="VB-Meredith, Charles (Virginia Beach)" userId="816d316b-6d12-4f1e-b3ac-3b960a01f1dd" providerId="ADAL" clId="{0AEF0F41-105C-40BA-8B28-B75AEA2BDD1D}" dt="2026-05-19T23:57:31.099" v="2682" actId="26606"/>
          <ac:spMkLst>
            <pc:docMk/>
            <pc:sldMk cId="1289530920" sldId="258"/>
            <ac:spMk id="3" creationId="{6C589DB6-1BDE-6CB5-1A90-0F191D0AC418}"/>
          </ac:spMkLst>
        </pc:spChg>
        <pc:spChg chg="add">
          <ac:chgData name="VB-Meredith, Charles (Virginia Beach)" userId="816d316b-6d12-4f1e-b3ac-3b960a01f1dd" providerId="ADAL" clId="{0AEF0F41-105C-40BA-8B28-B75AEA2BDD1D}" dt="2026-05-19T23:57:31.099" v="2682" actId="26606"/>
          <ac:spMkLst>
            <pc:docMk/>
            <pc:sldMk cId="1289530920" sldId="258"/>
            <ac:spMk id="3079" creationId="{66E48AFA-8884-4F68-A44F-D2C1E8609C5A}"/>
          </ac:spMkLst>
        </pc:spChg>
        <pc:spChg chg="add">
          <ac:chgData name="VB-Meredith, Charles (Virginia Beach)" userId="816d316b-6d12-4f1e-b3ac-3b960a01f1dd" providerId="ADAL" clId="{0AEF0F41-105C-40BA-8B28-B75AEA2BDD1D}" dt="2026-05-19T23:57:31.099" v="2682" actId="26606"/>
          <ac:spMkLst>
            <pc:docMk/>
            <pc:sldMk cId="1289530920" sldId="258"/>
            <ac:spMk id="3081" creationId="{969D19A6-08CB-498C-93EC-3FFB021FC68A}"/>
          </ac:spMkLst>
        </pc:spChg>
        <pc:picChg chg="add mod">
          <ac:chgData name="VB-Meredith, Charles (Virginia Beach)" userId="816d316b-6d12-4f1e-b3ac-3b960a01f1dd" providerId="ADAL" clId="{0AEF0F41-105C-40BA-8B28-B75AEA2BDD1D}" dt="2026-05-19T23:57:31.099" v="2682" actId="26606"/>
          <ac:picMkLst>
            <pc:docMk/>
            <pc:sldMk cId="1289530920" sldId="258"/>
            <ac:picMk id="3074" creationId="{2492FBE5-91F2-9A81-C287-B4960C7EA327}"/>
          </ac:picMkLst>
        </pc:picChg>
      </pc:sldChg>
      <pc:sldChg chg="addSp modSp new mod setBg">
        <pc:chgData name="VB-Meredith, Charles (Virginia Beach)" userId="816d316b-6d12-4f1e-b3ac-3b960a01f1dd" providerId="ADAL" clId="{0AEF0F41-105C-40BA-8B28-B75AEA2BDD1D}" dt="2026-05-19T23:57:54.979" v="2684" actId="26606"/>
        <pc:sldMkLst>
          <pc:docMk/>
          <pc:sldMk cId="1738186724" sldId="259"/>
        </pc:sldMkLst>
        <pc:spChg chg="mod">
          <ac:chgData name="VB-Meredith, Charles (Virginia Beach)" userId="816d316b-6d12-4f1e-b3ac-3b960a01f1dd" providerId="ADAL" clId="{0AEF0F41-105C-40BA-8B28-B75AEA2BDD1D}" dt="2026-05-19T23:57:54.979" v="2684" actId="26606"/>
          <ac:spMkLst>
            <pc:docMk/>
            <pc:sldMk cId="1738186724" sldId="259"/>
            <ac:spMk id="2" creationId="{6E1292EC-95AB-932B-0098-3D3B4689C149}"/>
          </ac:spMkLst>
        </pc:spChg>
        <pc:spChg chg="mod">
          <ac:chgData name="VB-Meredith, Charles (Virginia Beach)" userId="816d316b-6d12-4f1e-b3ac-3b960a01f1dd" providerId="ADAL" clId="{0AEF0F41-105C-40BA-8B28-B75AEA2BDD1D}" dt="2026-05-19T23:57:54.979" v="2684" actId="26606"/>
          <ac:spMkLst>
            <pc:docMk/>
            <pc:sldMk cId="1738186724" sldId="259"/>
            <ac:spMk id="3" creationId="{7534257D-FAEB-1F8D-0490-821B7178DA76}"/>
          </ac:spMkLst>
        </pc:spChg>
        <pc:spChg chg="add">
          <ac:chgData name="VB-Meredith, Charles (Virginia Beach)" userId="816d316b-6d12-4f1e-b3ac-3b960a01f1dd" providerId="ADAL" clId="{0AEF0F41-105C-40BA-8B28-B75AEA2BDD1D}" dt="2026-05-19T23:57:54.979" v="2684" actId="26606"/>
          <ac:spMkLst>
            <pc:docMk/>
            <pc:sldMk cId="1738186724" sldId="259"/>
            <ac:spMk id="4103" creationId="{45D37F4E-DDB4-456B-97E0-9937730A039F}"/>
          </ac:spMkLst>
        </pc:spChg>
        <pc:spChg chg="add">
          <ac:chgData name="VB-Meredith, Charles (Virginia Beach)" userId="816d316b-6d12-4f1e-b3ac-3b960a01f1dd" providerId="ADAL" clId="{0AEF0F41-105C-40BA-8B28-B75AEA2BDD1D}" dt="2026-05-19T23:57:54.979" v="2684" actId="26606"/>
          <ac:spMkLst>
            <pc:docMk/>
            <pc:sldMk cId="1738186724" sldId="259"/>
            <ac:spMk id="4105" creationId="{B2DD41CD-8F47-4F56-AD12-4E2FF7696987}"/>
          </ac:spMkLst>
        </pc:spChg>
        <pc:picChg chg="add mod">
          <ac:chgData name="VB-Meredith, Charles (Virginia Beach)" userId="816d316b-6d12-4f1e-b3ac-3b960a01f1dd" providerId="ADAL" clId="{0AEF0F41-105C-40BA-8B28-B75AEA2BDD1D}" dt="2026-05-19T23:57:54.979" v="2684" actId="26606"/>
          <ac:picMkLst>
            <pc:docMk/>
            <pc:sldMk cId="1738186724" sldId="259"/>
            <ac:picMk id="4098" creationId="{E9C641CA-2C82-CB0C-FB66-2F69D66833CB}"/>
          </ac:picMkLst>
        </pc:picChg>
      </pc:sldChg>
      <pc:sldChg chg="addSp modSp new mod setBg">
        <pc:chgData name="VB-Meredith, Charles (Virginia Beach)" userId="816d316b-6d12-4f1e-b3ac-3b960a01f1dd" providerId="ADAL" clId="{0AEF0F41-105C-40BA-8B28-B75AEA2BDD1D}" dt="2026-05-19T23:56:44.115" v="2678" actId="26606"/>
        <pc:sldMkLst>
          <pc:docMk/>
          <pc:sldMk cId="404552286" sldId="260"/>
        </pc:sldMkLst>
        <pc:spChg chg="mod">
          <ac:chgData name="VB-Meredith, Charles (Virginia Beach)" userId="816d316b-6d12-4f1e-b3ac-3b960a01f1dd" providerId="ADAL" clId="{0AEF0F41-105C-40BA-8B28-B75AEA2BDD1D}" dt="2026-05-19T23:56:44.115" v="2678" actId="26606"/>
          <ac:spMkLst>
            <pc:docMk/>
            <pc:sldMk cId="404552286" sldId="260"/>
            <ac:spMk id="2" creationId="{2DF83F6B-ABBE-6D2F-791D-E26619C22D1C}"/>
          </ac:spMkLst>
        </pc:spChg>
        <pc:spChg chg="mod">
          <ac:chgData name="VB-Meredith, Charles (Virginia Beach)" userId="816d316b-6d12-4f1e-b3ac-3b960a01f1dd" providerId="ADAL" clId="{0AEF0F41-105C-40BA-8B28-B75AEA2BDD1D}" dt="2026-05-19T23:56:44.115" v="2678" actId="26606"/>
          <ac:spMkLst>
            <pc:docMk/>
            <pc:sldMk cId="404552286" sldId="260"/>
            <ac:spMk id="3" creationId="{EEB5EBB4-EB2E-A88C-1A79-567072F721E6}"/>
          </ac:spMkLst>
        </pc:spChg>
        <pc:spChg chg="add">
          <ac:chgData name="VB-Meredith, Charles (Virginia Beach)" userId="816d316b-6d12-4f1e-b3ac-3b960a01f1dd" providerId="ADAL" clId="{0AEF0F41-105C-40BA-8B28-B75AEA2BDD1D}" dt="2026-05-19T23:56:44.115" v="2678" actId="26606"/>
          <ac:spMkLst>
            <pc:docMk/>
            <pc:sldMk cId="404552286" sldId="260"/>
            <ac:spMk id="1033" creationId="{352BEC0E-22F8-46D0-9632-375DB541B06C}"/>
          </ac:spMkLst>
        </pc:spChg>
        <pc:spChg chg="add">
          <ac:chgData name="VB-Meredith, Charles (Virginia Beach)" userId="816d316b-6d12-4f1e-b3ac-3b960a01f1dd" providerId="ADAL" clId="{0AEF0F41-105C-40BA-8B28-B75AEA2BDD1D}" dt="2026-05-19T23:56:44.115" v="2678" actId="26606"/>
          <ac:spMkLst>
            <pc:docMk/>
            <pc:sldMk cId="404552286" sldId="260"/>
            <ac:spMk id="1035" creationId="{3FCFB1DE-0B7E-48CC-BA90-B2AB0889F9D6}"/>
          </ac:spMkLst>
        </pc:spChg>
        <pc:picChg chg="add mod">
          <ac:chgData name="VB-Meredith, Charles (Virginia Beach)" userId="816d316b-6d12-4f1e-b3ac-3b960a01f1dd" providerId="ADAL" clId="{0AEF0F41-105C-40BA-8B28-B75AEA2BDD1D}" dt="2026-05-19T23:56:44.115" v="2678" actId="26606"/>
          <ac:picMkLst>
            <pc:docMk/>
            <pc:sldMk cId="404552286" sldId="260"/>
            <ac:picMk id="1026" creationId="{6AB19C24-E0A3-3B17-94C3-B28CFC0A415A}"/>
          </ac:picMkLst>
        </pc:picChg>
        <pc:picChg chg="add mod">
          <ac:chgData name="VB-Meredith, Charles (Virginia Beach)" userId="816d316b-6d12-4f1e-b3ac-3b960a01f1dd" providerId="ADAL" clId="{0AEF0F41-105C-40BA-8B28-B75AEA2BDD1D}" dt="2026-05-19T23:56:44.115" v="2678" actId="26606"/>
          <ac:picMkLst>
            <pc:docMk/>
            <pc:sldMk cId="404552286" sldId="260"/>
            <ac:picMk id="1028" creationId="{8E18DC2A-BA76-934D-38F8-D5662395BA74}"/>
          </ac:picMkLst>
        </pc:picChg>
      </pc:sldChg>
      <pc:sldChg chg="addSp modSp new mod setBg">
        <pc:chgData name="VB-Meredith, Charles (Virginia Beach)" userId="816d316b-6d12-4f1e-b3ac-3b960a01f1dd" providerId="ADAL" clId="{0AEF0F41-105C-40BA-8B28-B75AEA2BDD1D}" dt="2026-05-19T23:58:11.641" v="2686" actId="26606"/>
        <pc:sldMkLst>
          <pc:docMk/>
          <pc:sldMk cId="65344458" sldId="261"/>
        </pc:sldMkLst>
        <pc:spChg chg="mod">
          <ac:chgData name="VB-Meredith, Charles (Virginia Beach)" userId="816d316b-6d12-4f1e-b3ac-3b960a01f1dd" providerId="ADAL" clId="{0AEF0F41-105C-40BA-8B28-B75AEA2BDD1D}" dt="2026-05-19T23:58:11.641" v="2686" actId="26606"/>
          <ac:spMkLst>
            <pc:docMk/>
            <pc:sldMk cId="65344458" sldId="261"/>
            <ac:spMk id="2" creationId="{C36F55E0-E656-0C4E-7390-16A182175BE0}"/>
          </ac:spMkLst>
        </pc:spChg>
        <pc:spChg chg="mod">
          <ac:chgData name="VB-Meredith, Charles (Virginia Beach)" userId="816d316b-6d12-4f1e-b3ac-3b960a01f1dd" providerId="ADAL" clId="{0AEF0F41-105C-40BA-8B28-B75AEA2BDD1D}" dt="2026-05-19T23:58:11.641" v="2686" actId="26606"/>
          <ac:spMkLst>
            <pc:docMk/>
            <pc:sldMk cId="65344458" sldId="261"/>
            <ac:spMk id="3" creationId="{5B289453-4737-05E1-DA1E-2A811B3D2E44}"/>
          </ac:spMkLst>
        </pc:spChg>
        <pc:spChg chg="add">
          <ac:chgData name="VB-Meredith, Charles (Virginia Beach)" userId="816d316b-6d12-4f1e-b3ac-3b960a01f1dd" providerId="ADAL" clId="{0AEF0F41-105C-40BA-8B28-B75AEA2BDD1D}" dt="2026-05-19T23:58:11.641" v="2686" actId="26606"/>
          <ac:spMkLst>
            <pc:docMk/>
            <pc:sldMk cId="65344458" sldId="261"/>
            <ac:spMk id="5127" creationId="{32AEEBC8-9D30-42EF-95F2-386C2653FBF0}"/>
          </ac:spMkLst>
        </pc:spChg>
        <pc:spChg chg="add">
          <ac:chgData name="VB-Meredith, Charles (Virginia Beach)" userId="816d316b-6d12-4f1e-b3ac-3b960a01f1dd" providerId="ADAL" clId="{0AEF0F41-105C-40BA-8B28-B75AEA2BDD1D}" dt="2026-05-19T23:58:11.641" v="2686" actId="26606"/>
          <ac:spMkLst>
            <pc:docMk/>
            <pc:sldMk cId="65344458" sldId="261"/>
            <ac:spMk id="5129" creationId="{2E92FA66-67D7-4CB4-94D3-E643A9AD4757}"/>
          </ac:spMkLst>
        </pc:spChg>
        <pc:picChg chg="add mod">
          <ac:chgData name="VB-Meredith, Charles (Virginia Beach)" userId="816d316b-6d12-4f1e-b3ac-3b960a01f1dd" providerId="ADAL" clId="{0AEF0F41-105C-40BA-8B28-B75AEA2BDD1D}" dt="2026-05-19T23:58:11.641" v="2686" actId="26606"/>
          <ac:picMkLst>
            <pc:docMk/>
            <pc:sldMk cId="65344458" sldId="261"/>
            <ac:picMk id="5122" creationId="{D6FF3841-7DEC-F7DA-B614-30D432C6EF9A}"/>
          </ac:picMkLst>
        </pc:picChg>
      </pc:sldChg>
      <pc:sldChg chg="addSp modSp new mod setBg">
        <pc:chgData name="VB-Meredith, Charles (Virginia Beach)" userId="816d316b-6d12-4f1e-b3ac-3b960a01f1dd" providerId="ADAL" clId="{0AEF0F41-105C-40BA-8B28-B75AEA2BDD1D}" dt="2026-05-19T23:58:27.517" v="2688" actId="26606"/>
        <pc:sldMkLst>
          <pc:docMk/>
          <pc:sldMk cId="1270722875" sldId="262"/>
        </pc:sldMkLst>
        <pc:spChg chg="mod">
          <ac:chgData name="VB-Meredith, Charles (Virginia Beach)" userId="816d316b-6d12-4f1e-b3ac-3b960a01f1dd" providerId="ADAL" clId="{0AEF0F41-105C-40BA-8B28-B75AEA2BDD1D}" dt="2026-05-19T23:58:27.517" v="2688" actId="26606"/>
          <ac:spMkLst>
            <pc:docMk/>
            <pc:sldMk cId="1270722875" sldId="262"/>
            <ac:spMk id="2" creationId="{80ED94E2-3E81-C2A3-A9D3-0BAC430DF773}"/>
          </ac:spMkLst>
        </pc:spChg>
        <pc:spChg chg="mod">
          <ac:chgData name="VB-Meredith, Charles (Virginia Beach)" userId="816d316b-6d12-4f1e-b3ac-3b960a01f1dd" providerId="ADAL" clId="{0AEF0F41-105C-40BA-8B28-B75AEA2BDD1D}" dt="2026-05-19T23:58:27.517" v="2688" actId="26606"/>
          <ac:spMkLst>
            <pc:docMk/>
            <pc:sldMk cId="1270722875" sldId="262"/>
            <ac:spMk id="3" creationId="{A38786E7-FE6C-1A87-66F1-16AF72BAA203}"/>
          </ac:spMkLst>
        </pc:spChg>
        <pc:spChg chg="add">
          <ac:chgData name="VB-Meredith, Charles (Virginia Beach)" userId="816d316b-6d12-4f1e-b3ac-3b960a01f1dd" providerId="ADAL" clId="{0AEF0F41-105C-40BA-8B28-B75AEA2BDD1D}" dt="2026-05-19T23:58:27.517" v="2688" actId="26606"/>
          <ac:spMkLst>
            <pc:docMk/>
            <pc:sldMk cId="1270722875" sldId="262"/>
            <ac:spMk id="6151" creationId="{45D37F4E-DDB4-456B-97E0-9937730A039F}"/>
          </ac:spMkLst>
        </pc:spChg>
        <pc:spChg chg="add">
          <ac:chgData name="VB-Meredith, Charles (Virginia Beach)" userId="816d316b-6d12-4f1e-b3ac-3b960a01f1dd" providerId="ADAL" clId="{0AEF0F41-105C-40BA-8B28-B75AEA2BDD1D}" dt="2026-05-19T23:58:27.517" v="2688" actId="26606"/>
          <ac:spMkLst>
            <pc:docMk/>
            <pc:sldMk cId="1270722875" sldId="262"/>
            <ac:spMk id="6153" creationId="{B2DD41CD-8F47-4F56-AD12-4E2FF7696987}"/>
          </ac:spMkLst>
        </pc:spChg>
        <pc:picChg chg="add mod">
          <ac:chgData name="VB-Meredith, Charles (Virginia Beach)" userId="816d316b-6d12-4f1e-b3ac-3b960a01f1dd" providerId="ADAL" clId="{0AEF0F41-105C-40BA-8B28-B75AEA2BDD1D}" dt="2026-05-19T23:58:27.517" v="2688" actId="26606"/>
          <ac:picMkLst>
            <pc:docMk/>
            <pc:sldMk cId="1270722875" sldId="262"/>
            <ac:picMk id="6146" creationId="{2B9A576F-3C6F-8563-8B04-8310A5954BFA}"/>
          </ac:picMkLst>
        </pc:picChg>
      </pc:sldChg>
      <pc:sldChg chg="addSp modSp new mod setBg">
        <pc:chgData name="VB-Meredith, Charles (Virginia Beach)" userId="816d316b-6d12-4f1e-b3ac-3b960a01f1dd" providerId="ADAL" clId="{0AEF0F41-105C-40BA-8B28-B75AEA2BDD1D}" dt="2026-05-20T00:06:41.637" v="4204" actId="26606"/>
        <pc:sldMkLst>
          <pc:docMk/>
          <pc:sldMk cId="1032161407" sldId="263"/>
        </pc:sldMkLst>
        <pc:spChg chg="mod">
          <ac:chgData name="VB-Meredith, Charles (Virginia Beach)" userId="816d316b-6d12-4f1e-b3ac-3b960a01f1dd" providerId="ADAL" clId="{0AEF0F41-105C-40BA-8B28-B75AEA2BDD1D}" dt="2026-05-20T00:06:41.637" v="4204" actId="26606"/>
          <ac:spMkLst>
            <pc:docMk/>
            <pc:sldMk cId="1032161407" sldId="263"/>
            <ac:spMk id="2" creationId="{F45B04A6-F47A-8FD0-FB76-8EA83A60EE18}"/>
          </ac:spMkLst>
        </pc:spChg>
        <pc:spChg chg="mod">
          <ac:chgData name="VB-Meredith, Charles (Virginia Beach)" userId="816d316b-6d12-4f1e-b3ac-3b960a01f1dd" providerId="ADAL" clId="{0AEF0F41-105C-40BA-8B28-B75AEA2BDD1D}" dt="2026-05-20T00:06:41.637" v="4204" actId="26606"/>
          <ac:spMkLst>
            <pc:docMk/>
            <pc:sldMk cId="1032161407" sldId="263"/>
            <ac:spMk id="3" creationId="{3DF8389C-8AC1-35CB-A8D2-17B3C656F315}"/>
          </ac:spMkLst>
        </pc:spChg>
        <pc:spChg chg="add">
          <ac:chgData name="VB-Meredith, Charles (Virginia Beach)" userId="816d316b-6d12-4f1e-b3ac-3b960a01f1dd" providerId="ADAL" clId="{0AEF0F41-105C-40BA-8B28-B75AEA2BDD1D}" dt="2026-05-20T00:06:41.637" v="4204" actId="26606"/>
          <ac:spMkLst>
            <pc:docMk/>
            <pc:sldMk cId="1032161407" sldId="263"/>
            <ac:spMk id="7175" creationId="{45D37F4E-DDB4-456B-97E0-9937730A039F}"/>
          </ac:spMkLst>
        </pc:spChg>
        <pc:spChg chg="add">
          <ac:chgData name="VB-Meredith, Charles (Virginia Beach)" userId="816d316b-6d12-4f1e-b3ac-3b960a01f1dd" providerId="ADAL" clId="{0AEF0F41-105C-40BA-8B28-B75AEA2BDD1D}" dt="2026-05-20T00:06:41.637" v="4204" actId="26606"/>
          <ac:spMkLst>
            <pc:docMk/>
            <pc:sldMk cId="1032161407" sldId="263"/>
            <ac:spMk id="7177" creationId="{B2DD41CD-8F47-4F56-AD12-4E2FF7696987}"/>
          </ac:spMkLst>
        </pc:spChg>
        <pc:picChg chg="add mod">
          <ac:chgData name="VB-Meredith, Charles (Virginia Beach)" userId="816d316b-6d12-4f1e-b3ac-3b960a01f1dd" providerId="ADAL" clId="{0AEF0F41-105C-40BA-8B28-B75AEA2BDD1D}" dt="2026-05-20T00:06:41.637" v="4204" actId="26606"/>
          <ac:picMkLst>
            <pc:docMk/>
            <pc:sldMk cId="1032161407" sldId="263"/>
            <ac:picMk id="7170" creationId="{89E6BF4F-131B-E90F-0CEB-E1A4667A028E}"/>
          </ac:picMkLst>
        </pc:picChg>
      </pc:sldChg>
      <pc:sldChg chg="addSp modSp new mod setBg">
        <pc:chgData name="VB-Meredith, Charles (Virginia Beach)" userId="816d316b-6d12-4f1e-b3ac-3b960a01f1dd" providerId="ADAL" clId="{0AEF0F41-105C-40BA-8B28-B75AEA2BDD1D}" dt="2026-05-20T00:06:50.923" v="4206" actId="26606"/>
        <pc:sldMkLst>
          <pc:docMk/>
          <pc:sldMk cId="2756558632" sldId="264"/>
        </pc:sldMkLst>
        <pc:spChg chg="mod">
          <ac:chgData name="VB-Meredith, Charles (Virginia Beach)" userId="816d316b-6d12-4f1e-b3ac-3b960a01f1dd" providerId="ADAL" clId="{0AEF0F41-105C-40BA-8B28-B75AEA2BDD1D}" dt="2026-05-20T00:06:50.923" v="4206" actId="26606"/>
          <ac:spMkLst>
            <pc:docMk/>
            <pc:sldMk cId="2756558632" sldId="264"/>
            <ac:spMk id="2" creationId="{A43E7672-C24B-7100-5DA3-E899FA6F7446}"/>
          </ac:spMkLst>
        </pc:spChg>
        <pc:spChg chg="mod">
          <ac:chgData name="VB-Meredith, Charles (Virginia Beach)" userId="816d316b-6d12-4f1e-b3ac-3b960a01f1dd" providerId="ADAL" clId="{0AEF0F41-105C-40BA-8B28-B75AEA2BDD1D}" dt="2026-05-20T00:06:50.923" v="4206" actId="26606"/>
          <ac:spMkLst>
            <pc:docMk/>
            <pc:sldMk cId="2756558632" sldId="264"/>
            <ac:spMk id="3" creationId="{2426327B-930B-D11C-9D95-0CD7801D56CD}"/>
          </ac:spMkLst>
        </pc:spChg>
        <pc:spChg chg="add">
          <ac:chgData name="VB-Meredith, Charles (Virginia Beach)" userId="816d316b-6d12-4f1e-b3ac-3b960a01f1dd" providerId="ADAL" clId="{0AEF0F41-105C-40BA-8B28-B75AEA2BDD1D}" dt="2026-05-20T00:06:50.923" v="4206" actId="26606"/>
          <ac:spMkLst>
            <pc:docMk/>
            <pc:sldMk cId="2756558632" sldId="264"/>
            <ac:spMk id="8199" creationId="{45D37F4E-DDB4-456B-97E0-9937730A039F}"/>
          </ac:spMkLst>
        </pc:spChg>
        <pc:spChg chg="add">
          <ac:chgData name="VB-Meredith, Charles (Virginia Beach)" userId="816d316b-6d12-4f1e-b3ac-3b960a01f1dd" providerId="ADAL" clId="{0AEF0F41-105C-40BA-8B28-B75AEA2BDD1D}" dt="2026-05-20T00:06:50.923" v="4206" actId="26606"/>
          <ac:spMkLst>
            <pc:docMk/>
            <pc:sldMk cId="2756558632" sldId="264"/>
            <ac:spMk id="8201" creationId="{B2DD41CD-8F47-4F56-AD12-4E2FF7696987}"/>
          </ac:spMkLst>
        </pc:spChg>
        <pc:picChg chg="add mod">
          <ac:chgData name="VB-Meredith, Charles (Virginia Beach)" userId="816d316b-6d12-4f1e-b3ac-3b960a01f1dd" providerId="ADAL" clId="{0AEF0F41-105C-40BA-8B28-B75AEA2BDD1D}" dt="2026-05-20T00:06:50.923" v="4206" actId="26606"/>
          <ac:picMkLst>
            <pc:docMk/>
            <pc:sldMk cId="2756558632" sldId="264"/>
            <ac:picMk id="8194" creationId="{5D624251-2BDB-E1E0-6678-1E76AC58DFC5}"/>
          </ac:picMkLst>
        </pc:picChg>
      </pc:sldChg>
      <pc:sldChg chg="addSp modSp new mod setBg">
        <pc:chgData name="VB-Meredith, Charles (Virginia Beach)" userId="816d316b-6d12-4f1e-b3ac-3b960a01f1dd" providerId="ADAL" clId="{0AEF0F41-105C-40BA-8B28-B75AEA2BDD1D}" dt="2026-05-20T00:07:02.212" v="4208" actId="26606"/>
        <pc:sldMkLst>
          <pc:docMk/>
          <pc:sldMk cId="1750522333" sldId="265"/>
        </pc:sldMkLst>
        <pc:spChg chg="mod">
          <ac:chgData name="VB-Meredith, Charles (Virginia Beach)" userId="816d316b-6d12-4f1e-b3ac-3b960a01f1dd" providerId="ADAL" clId="{0AEF0F41-105C-40BA-8B28-B75AEA2BDD1D}" dt="2026-05-20T00:07:02.212" v="4208" actId="26606"/>
          <ac:spMkLst>
            <pc:docMk/>
            <pc:sldMk cId="1750522333" sldId="265"/>
            <ac:spMk id="2" creationId="{E4C73271-0900-2BD7-598E-A88B2BB8730E}"/>
          </ac:spMkLst>
        </pc:spChg>
        <pc:spChg chg="mod">
          <ac:chgData name="VB-Meredith, Charles (Virginia Beach)" userId="816d316b-6d12-4f1e-b3ac-3b960a01f1dd" providerId="ADAL" clId="{0AEF0F41-105C-40BA-8B28-B75AEA2BDD1D}" dt="2026-05-20T00:07:02.212" v="4208" actId="26606"/>
          <ac:spMkLst>
            <pc:docMk/>
            <pc:sldMk cId="1750522333" sldId="265"/>
            <ac:spMk id="3" creationId="{99818489-4A94-CFA2-CB29-7123ACE2D4DE}"/>
          </ac:spMkLst>
        </pc:spChg>
        <pc:spChg chg="add">
          <ac:chgData name="VB-Meredith, Charles (Virginia Beach)" userId="816d316b-6d12-4f1e-b3ac-3b960a01f1dd" providerId="ADAL" clId="{0AEF0F41-105C-40BA-8B28-B75AEA2BDD1D}" dt="2026-05-20T00:07:02.212" v="4208" actId="26606"/>
          <ac:spMkLst>
            <pc:docMk/>
            <pc:sldMk cId="1750522333" sldId="265"/>
            <ac:spMk id="9223" creationId="{45D37F4E-DDB4-456B-97E0-9937730A039F}"/>
          </ac:spMkLst>
        </pc:spChg>
        <pc:spChg chg="add">
          <ac:chgData name="VB-Meredith, Charles (Virginia Beach)" userId="816d316b-6d12-4f1e-b3ac-3b960a01f1dd" providerId="ADAL" clId="{0AEF0F41-105C-40BA-8B28-B75AEA2BDD1D}" dt="2026-05-20T00:07:02.212" v="4208" actId="26606"/>
          <ac:spMkLst>
            <pc:docMk/>
            <pc:sldMk cId="1750522333" sldId="265"/>
            <ac:spMk id="9225" creationId="{B2DD41CD-8F47-4F56-AD12-4E2FF7696987}"/>
          </ac:spMkLst>
        </pc:spChg>
        <pc:picChg chg="add mod">
          <ac:chgData name="VB-Meredith, Charles (Virginia Beach)" userId="816d316b-6d12-4f1e-b3ac-3b960a01f1dd" providerId="ADAL" clId="{0AEF0F41-105C-40BA-8B28-B75AEA2BDD1D}" dt="2026-05-20T00:07:02.212" v="4208" actId="26606"/>
          <ac:picMkLst>
            <pc:docMk/>
            <pc:sldMk cId="1750522333" sldId="265"/>
            <ac:picMk id="9218" creationId="{21CF3D5A-73F7-F0CE-2D63-F00B6E97F1D5}"/>
          </ac:picMkLst>
        </pc:picChg>
      </pc:sldChg>
      <pc:sldChg chg="modSp new del mod">
        <pc:chgData name="VB-Meredith, Charles (Virginia Beach)" userId="816d316b-6d12-4f1e-b3ac-3b960a01f1dd" providerId="ADAL" clId="{0AEF0F41-105C-40BA-8B28-B75AEA2BDD1D}" dt="2026-05-19T23:56:04.061" v="2675" actId="2696"/>
        <pc:sldMkLst>
          <pc:docMk/>
          <pc:sldMk cId="4085317796" sldId="265"/>
        </pc:sldMkLst>
        <pc:spChg chg="mod">
          <ac:chgData name="VB-Meredith, Charles (Virginia Beach)" userId="816d316b-6d12-4f1e-b3ac-3b960a01f1dd" providerId="ADAL" clId="{0AEF0F41-105C-40BA-8B28-B75AEA2BDD1D}" dt="2026-05-19T23:44:18.056" v="825" actId="122"/>
          <ac:spMkLst>
            <pc:docMk/>
            <pc:sldMk cId="4085317796" sldId="265"/>
            <ac:spMk id="2" creationId="{5CA5C08E-9C01-36A4-C469-659D8A74C56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230F8-79B0-3D90-A088-2A7C27138C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ED68E1-945C-5262-ED74-96526441C5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0792D5-451C-058A-7617-5BE96267CD4C}"/>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D94E7ED8-F88A-B73A-6CAC-3A37A7B2F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5F023-FC0D-04F3-5F11-FB543239B920}"/>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2936180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C7E2F-8BE2-F17D-E941-81E702591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08E169-4F14-3E51-29BF-6C9045CFEF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AEBDF-03FE-8401-90E0-0B63FC2A8CD3}"/>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0667D50D-244A-3D34-1C40-A46A02C2F4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BB383-189C-DFFD-DF23-91AA52A519BD}"/>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326489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34F8-3694-E79D-3497-EDF53BDAA3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DF0BE8-2098-5F6D-C109-D8716AFCBA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6A6B9-01A6-A6DD-A960-CBFF718AEC81}"/>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7D717991-D06F-477F-2520-ADA4F4E94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C01E1-4B13-8808-A063-A21CF76097CF}"/>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2768119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69D9C-286F-69E1-377D-BDAB01C5CF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21CF4-3CD5-8C62-0C71-FE52D90435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0D8715-7093-E83D-6737-C1DAA4DA72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8D645F-54DE-14B0-064E-5FE38464F4DE}"/>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6" name="Footer Placeholder 5">
            <a:extLst>
              <a:ext uri="{FF2B5EF4-FFF2-40B4-BE49-F238E27FC236}">
                <a16:creationId xmlns:a16="http://schemas.microsoft.com/office/drawing/2014/main" id="{0812295C-B92F-89CB-08D5-365163E19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E2AA7E-32F9-032F-D308-1B8505F96A39}"/>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4289391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1099-B1FA-90F4-E854-71605064C1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E79A5B-3A99-43A6-4C9F-3CD4F5EAB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50A530-F395-60DC-E3E6-E48CF2F66E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2AAA21-77F8-787A-8EBE-9591F0D16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B8D2CD-5C81-7403-88D6-38DAAFF69B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C365F93-8173-558D-873A-1AA0C25AA3A3}"/>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8" name="Footer Placeholder 7">
            <a:extLst>
              <a:ext uri="{FF2B5EF4-FFF2-40B4-BE49-F238E27FC236}">
                <a16:creationId xmlns:a16="http://schemas.microsoft.com/office/drawing/2014/main" id="{A30B9E65-6B7F-CBAF-49A9-6DC0558F05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E4EF32-883B-68B9-E870-BD6D46DCF3FE}"/>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2863135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1384-D127-9E97-5EE3-0618080606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2A7D36-D0F4-70F9-AEA7-C5DD745AF8C1}"/>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4" name="Footer Placeholder 3">
            <a:extLst>
              <a:ext uri="{FF2B5EF4-FFF2-40B4-BE49-F238E27FC236}">
                <a16:creationId xmlns:a16="http://schemas.microsoft.com/office/drawing/2014/main" id="{C5193D33-4645-0FB0-2CB7-212C63D13E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F6C5AE-6B09-43E7-096B-11E25708AC37}"/>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1621941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671D68-C538-4D84-D98C-DF7D5B268EBC}"/>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3" name="Footer Placeholder 2">
            <a:extLst>
              <a:ext uri="{FF2B5EF4-FFF2-40B4-BE49-F238E27FC236}">
                <a16:creationId xmlns:a16="http://schemas.microsoft.com/office/drawing/2014/main" id="{C6B3CF59-C6C2-CB61-3153-7E63A687C5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DB1702-10B0-34B7-938E-54B75151E43D}"/>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1058877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5E58-C74F-B09E-F66C-96B84B1FD8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C33F85-8569-80E9-00E4-EBB144771A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EBDBEC-7A7F-04B2-E1AA-2B70C27F0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2AD61A-FED8-4A4B-383B-642AE1FB7CFC}"/>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6" name="Footer Placeholder 5">
            <a:extLst>
              <a:ext uri="{FF2B5EF4-FFF2-40B4-BE49-F238E27FC236}">
                <a16:creationId xmlns:a16="http://schemas.microsoft.com/office/drawing/2014/main" id="{1A6C6AE8-2C95-BD7D-A9BA-94D3D45A37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7316F8-B96B-26ED-3250-9D3313C9201F}"/>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113418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D72F7-340B-4884-BCD4-5453A921B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21F8D6-B3D6-04EF-4535-9C18E84F95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D3A3C8-5534-1FC5-D0D3-E60B3A7998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CFA6F-4FCA-EE09-3F1E-343296870A1E}"/>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6" name="Footer Placeholder 5">
            <a:extLst>
              <a:ext uri="{FF2B5EF4-FFF2-40B4-BE49-F238E27FC236}">
                <a16:creationId xmlns:a16="http://schemas.microsoft.com/office/drawing/2014/main" id="{32453003-9BFC-3C89-F8CF-4DAF03765F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5ECA60-70B5-2F06-C86D-27C7A05E1ECB}"/>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554935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6866-CBD7-4755-7515-7DDE2D476D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14F032-8676-F21E-F8E5-3D260CA9A2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E2C63-781E-83E0-081D-ED1CC41F7F9D}"/>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7BED0EED-E72A-2C8F-477B-7A39E62DB0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3781D-DB64-FC1B-3631-D8D639A3231D}"/>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1552665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8E03DC-6153-D1EE-4A5A-CFDC671434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5D3894-0B62-97A9-4421-32144B2762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69F98E-9625-55F3-3551-3751155555B7}"/>
              </a:ext>
            </a:extLst>
          </p:cNvPr>
          <p:cNvSpPr>
            <a:spLocks noGrp="1"/>
          </p:cNvSpPr>
          <p:nvPr>
            <p:ph type="dt" sz="half" idx="10"/>
          </p:nvPr>
        </p:nvSpPr>
        <p:spPr/>
        <p:txBody>
          <a:body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6796E8C5-B83B-7301-DBFF-EE74D3FBF2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2EA928-C959-31F6-3C07-647107B8D414}"/>
              </a:ext>
            </a:extLst>
          </p:cNvPr>
          <p:cNvSpPr>
            <a:spLocks noGrp="1"/>
          </p:cNvSpPr>
          <p:nvPr>
            <p:ph type="sldNum" sz="quarter" idx="12"/>
          </p:nvPr>
        </p:nvSpPr>
        <p:spPr/>
        <p:txBody>
          <a:bodyPr/>
          <a:lstStyle/>
          <a:p>
            <a:fld id="{3A2D488A-226A-4232-B953-E005CFC02DF3}" type="slidenum">
              <a:rPr lang="en-US" smtClean="0"/>
              <a:t>‹#›</a:t>
            </a:fld>
            <a:endParaRPr lang="en-US"/>
          </a:p>
        </p:txBody>
      </p:sp>
    </p:spTree>
    <p:extLst>
      <p:ext uri="{BB962C8B-B14F-4D97-AF65-F5344CB8AC3E}">
        <p14:creationId xmlns:p14="http://schemas.microsoft.com/office/powerpoint/2010/main" val="2153544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43DB8E-02E7-FCB3-CA5A-3C39C0C8A9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A00F6E-2118-E422-A1E4-D01BEBE713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F43C4-E7D3-EC20-9577-62D272E31A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CB4F49-0138-46D7-9415-DC6C243DA476}" type="datetimeFigureOut">
              <a:rPr lang="en-US" smtClean="0"/>
              <a:t>5/19/2026</a:t>
            </a:fld>
            <a:endParaRPr lang="en-US"/>
          </a:p>
        </p:txBody>
      </p:sp>
      <p:sp>
        <p:nvSpPr>
          <p:cNvPr id="5" name="Footer Placeholder 4">
            <a:extLst>
              <a:ext uri="{FF2B5EF4-FFF2-40B4-BE49-F238E27FC236}">
                <a16:creationId xmlns:a16="http://schemas.microsoft.com/office/drawing/2014/main" id="{BF2A192A-AAD2-13C0-6C2E-F200670AB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ACBECD-8DF3-05FC-3A95-606CAE8D90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2D488A-226A-4232-B953-E005CFC02DF3}" type="slidenum">
              <a:rPr lang="en-US" smtClean="0"/>
              <a:t>‹#›</a:t>
            </a:fld>
            <a:endParaRPr lang="en-US"/>
          </a:p>
        </p:txBody>
      </p:sp>
    </p:spTree>
    <p:extLst>
      <p:ext uri="{BB962C8B-B14F-4D97-AF65-F5344CB8AC3E}">
        <p14:creationId xmlns:p14="http://schemas.microsoft.com/office/powerpoint/2010/main" val="3553382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tryhackme.com/" TargetMode="External"/><Relationship Id="rId7" Type="http://schemas.openxmlformats.org/officeDocument/2006/relationships/image" Target="../media/image5.png"/><Relationship Id="rId2" Type="http://schemas.openxmlformats.org/officeDocument/2006/relationships/hyperlink" Target="https://www.hackthebox.com/"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ine.com/security/certifications/ejpt-certification" TargetMode="External"/><Relationship Id="rId4" Type="http://schemas.openxmlformats.org/officeDocument/2006/relationships/hyperlink" Target="https://cyberdefenders.org/certifications/certified-cyberdefender-level2/"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cybersecurityguide.org/programs/cybersecurity-certifications/osc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6428-D879-E3FE-B89F-54A55E0DFF94}"/>
              </a:ext>
            </a:extLst>
          </p:cNvPr>
          <p:cNvSpPr>
            <a:spLocks noGrp="1"/>
          </p:cNvSpPr>
          <p:nvPr>
            <p:ph type="ctrTitle"/>
          </p:nvPr>
        </p:nvSpPr>
        <p:spPr/>
        <p:txBody>
          <a:bodyPr>
            <a:normAutofit fontScale="90000"/>
          </a:bodyPr>
          <a:lstStyle/>
          <a:p>
            <a:r>
              <a:rPr lang="en-US" b="1" u="sng" dirty="0"/>
              <a:t>3.1 In-Class Activity: Cybersecurity Training and Certification</a:t>
            </a:r>
          </a:p>
        </p:txBody>
      </p:sp>
      <p:sp>
        <p:nvSpPr>
          <p:cNvPr id="3" name="Subtitle 2">
            <a:extLst>
              <a:ext uri="{FF2B5EF4-FFF2-40B4-BE49-F238E27FC236}">
                <a16:creationId xmlns:a16="http://schemas.microsoft.com/office/drawing/2014/main" id="{2E82C76B-DDC7-DF92-60F2-CD9431BFDC4F}"/>
              </a:ext>
            </a:extLst>
          </p:cNvPr>
          <p:cNvSpPr>
            <a:spLocks noGrp="1"/>
          </p:cNvSpPr>
          <p:nvPr>
            <p:ph type="subTitle" idx="1"/>
          </p:nvPr>
        </p:nvSpPr>
        <p:spPr/>
        <p:txBody>
          <a:bodyPr/>
          <a:lstStyle/>
          <a:p>
            <a:r>
              <a:rPr lang="en-US" b="1" dirty="0"/>
              <a:t>By: Charles Meredith</a:t>
            </a:r>
          </a:p>
          <a:p>
            <a:r>
              <a:rPr lang="en-US" b="1" dirty="0"/>
              <a:t>CYB 410</a:t>
            </a:r>
          </a:p>
          <a:p>
            <a:r>
              <a:rPr lang="en-US" b="1" dirty="0"/>
              <a:t>05/19/2026</a:t>
            </a:r>
          </a:p>
        </p:txBody>
      </p:sp>
    </p:spTree>
    <p:extLst>
      <p:ext uri="{BB962C8B-B14F-4D97-AF65-F5344CB8AC3E}">
        <p14:creationId xmlns:p14="http://schemas.microsoft.com/office/powerpoint/2010/main" val="2485631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4BA67D-4152-74BD-F2B0-12A9B0B04935}"/>
              </a:ext>
            </a:extLst>
          </p:cNvPr>
          <p:cNvSpPr>
            <a:spLocks noGrp="1"/>
          </p:cNvSpPr>
          <p:nvPr>
            <p:ph type="title"/>
          </p:nvPr>
        </p:nvSpPr>
        <p:spPr>
          <a:xfrm>
            <a:off x="572493" y="238539"/>
            <a:ext cx="11018520" cy="1434415"/>
          </a:xfrm>
        </p:spPr>
        <p:txBody>
          <a:bodyPr anchor="b">
            <a:normAutofit/>
          </a:bodyPr>
          <a:lstStyle/>
          <a:p>
            <a:r>
              <a:rPr lang="en-US" sz="4200" b="1" u="sng"/>
              <a:t>What does ECPI offer you for resources and certification related to your professional goals?</a:t>
            </a: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1104E4-D404-A586-E8FE-054C3BDD6A05}"/>
              </a:ext>
            </a:extLst>
          </p:cNvPr>
          <p:cNvSpPr>
            <a:spLocks noGrp="1"/>
          </p:cNvSpPr>
          <p:nvPr>
            <p:ph idx="1"/>
          </p:nvPr>
        </p:nvSpPr>
        <p:spPr>
          <a:xfrm>
            <a:off x="572493" y="2071316"/>
            <a:ext cx="6713552" cy="4119172"/>
          </a:xfrm>
        </p:spPr>
        <p:txBody>
          <a:bodyPr anchor="t">
            <a:normAutofit/>
          </a:bodyPr>
          <a:lstStyle/>
          <a:p>
            <a:r>
              <a:rPr lang="en-US" sz="2200" b="1"/>
              <a:t>ECPI offers quite a lot of resources to further your professional goals.</a:t>
            </a:r>
          </a:p>
          <a:p>
            <a:r>
              <a:rPr lang="en-US" sz="2200" b="1"/>
              <a:t>One would be the ethical hacking club</a:t>
            </a:r>
          </a:p>
          <a:p>
            <a:r>
              <a:rPr lang="en-US" sz="2200" b="1"/>
              <a:t>Another great resource would get Get-Certified on the vb.ecpi.net domain</a:t>
            </a:r>
          </a:p>
          <a:p>
            <a:r>
              <a:rPr lang="en-US" sz="2200" b="1"/>
              <a:t>You can also join the National Hacking League that ECPI is apart of. </a:t>
            </a:r>
          </a:p>
        </p:txBody>
      </p:sp>
      <p:pic>
        <p:nvPicPr>
          <p:cNvPr id="2050" name="Picture 2" descr="ECPI University - Wikipedia">
            <a:extLst>
              <a:ext uri="{FF2B5EF4-FFF2-40B4-BE49-F238E27FC236}">
                <a16:creationId xmlns:a16="http://schemas.microsoft.com/office/drawing/2014/main" id="{08E688A2-A257-5EF0-7D51-EA6895078A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795" r="2" b="2"/>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47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BB255FC-197A-82B7-2D8A-41A76144A1D9}"/>
              </a:ext>
            </a:extLst>
          </p:cNvPr>
          <p:cNvSpPr>
            <a:spLocks noGrp="1"/>
          </p:cNvSpPr>
          <p:nvPr>
            <p:ph type="title"/>
          </p:nvPr>
        </p:nvSpPr>
        <p:spPr>
          <a:xfrm>
            <a:off x="838201" y="3998018"/>
            <a:ext cx="3981854" cy="2216513"/>
          </a:xfrm>
        </p:spPr>
        <p:txBody>
          <a:bodyPr>
            <a:normAutofit/>
          </a:bodyPr>
          <a:lstStyle/>
          <a:p>
            <a:r>
              <a:rPr lang="en-US" sz="2400" b="1" u="sng"/>
              <a:t>What other training paths or certifications would you be interested in to pursue to further your ethical hacking career?</a:t>
            </a:r>
          </a:p>
        </p:txBody>
      </p:sp>
      <p:sp>
        <p:nvSpPr>
          <p:cNvPr id="3081" name="Arc 3080">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3074" name="Picture 2" descr="National Cyber League Webpage">
            <a:extLst>
              <a:ext uri="{FF2B5EF4-FFF2-40B4-BE49-F238E27FC236}">
                <a16:creationId xmlns:a16="http://schemas.microsoft.com/office/drawing/2014/main" id="{2492FBE5-91F2-9A81-C287-B4960C7EA3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9914" y="827245"/>
            <a:ext cx="10872172" cy="2711989"/>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C589DB6-1BDE-6CB5-1A90-0F191D0AC418}"/>
              </a:ext>
            </a:extLst>
          </p:cNvPr>
          <p:cNvSpPr>
            <a:spLocks noGrp="1"/>
          </p:cNvSpPr>
          <p:nvPr>
            <p:ph idx="1"/>
          </p:nvPr>
        </p:nvSpPr>
        <p:spPr>
          <a:xfrm>
            <a:off x="4970835" y="3998019"/>
            <a:ext cx="6382966" cy="2216512"/>
          </a:xfrm>
        </p:spPr>
        <p:txBody>
          <a:bodyPr>
            <a:normAutofit/>
          </a:bodyPr>
          <a:lstStyle/>
          <a:p>
            <a:r>
              <a:rPr lang="en-US" sz="1300" b="1"/>
              <a:t>I am currently taking the hack the box penetration specialist path</a:t>
            </a:r>
          </a:p>
          <a:p>
            <a:r>
              <a:rPr lang="en-US" sz="1300" b="1"/>
              <a:t>This certification is compared to the OSCP because of its hands on nature and difficulty. </a:t>
            </a:r>
          </a:p>
          <a:p>
            <a:r>
              <a:rPr lang="en-US" sz="1300" b="1"/>
              <a:t>I would also like to investigate some Splunk training for SIEM experience.</a:t>
            </a:r>
          </a:p>
          <a:p>
            <a:r>
              <a:rPr lang="en-US" sz="1300" b="1"/>
              <a:t>Another training path that I am on is for the SAL1 certification on Try Hack Me. It basically emulates a real-world scenario you would face as a SOC analyst.</a:t>
            </a:r>
          </a:p>
          <a:p>
            <a:r>
              <a:rPr lang="en-US" sz="1300" b="1"/>
              <a:t>Another good resource is hackthissite.com and acrossthewire.org </a:t>
            </a:r>
          </a:p>
        </p:txBody>
      </p:sp>
    </p:spTree>
    <p:extLst>
      <p:ext uri="{BB962C8B-B14F-4D97-AF65-F5344CB8AC3E}">
        <p14:creationId xmlns:p14="http://schemas.microsoft.com/office/powerpoint/2010/main" val="1289530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1292EC-95AB-932B-0098-3D3B4689C149}"/>
              </a:ext>
            </a:extLst>
          </p:cNvPr>
          <p:cNvSpPr>
            <a:spLocks noGrp="1"/>
          </p:cNvSpPr>
          <p:nvPr>
            <p:ph type="title"/>
          </p:nvPr>
        </p:nvSpPr>
        <p:spPr>
          <a:xfrm>
            <a:off x="572493" y="238539"/>
            <a:ext cx="11018520" cy="1434415"/>
          </a:xfrm>
        </p:spPr>
        <p:txBody>
          <a:bodyPr anchor="b">
            <a:normAutofit/>
          </a:bodyPr>
          <a:lstStyle/>
          <a:p>
            <a:r>
              <a:rPr lang="en-US" sz="4600" b="1" u="sng"/>
              <a:t>What other certifications would you seek to align with CEH related to your career goals?</a:t>
            </a:r>
          </a:p>
        </p:txBody>
      </p:sp>
      <p:sp>
        <p:nvSpPr>
          <p:cNvPr id="410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34257D-FAEB-1F8D-0490-821B7178DA76}"/>
              </a:ext>
            </a:extLst>
          </p:cNvPr>
          <p:cNvSpPr>
            <a:spLocks noGrp="1"/>
          </p:cNvSpPr>
          <p:nvPr>
            <p:ph idx="1"/>
          </p:nvPr>
        </p:nvSpPr>
        <p:spPr>
          <a:xfrm>
            <a:off x="572493" y="2071316"/>
            <a:ext cx="6713552" cy="4119172"/>
          </a:xfrm>
        </p:spPr>
        <p:txBody>
          <a:bodyPr anchor="t">
            <a:normAutofit/>
          </a:bodyPr>
          <a:lstStyle/>
          <a:p>
            <a:r>
              <a:rPr lang="en-US" sz="2200" b="1"/>
              <a:t>I would like to get a few certifications:</a:t>
            </a:r>
          </a:p>
          <a:p>
            <a:pPr>
              <a:buFontTx/>
              <a:buChar char="-"/>
            </a:pPr>
            <a:r>
              <a:rPr lang="en-US" sz="2200" b="1"/>
              <a:t>OSCP</a:t>
            </a:r>
          </a:p>
          <a:p>
            <a:pPr>
              <a:buFontTx/>
              <a:buChar char="-"/>
            </a:pPr>
            <a:r>
              <a:rPr lang="en-US" sz="2200" b="1"/>
              <a:t>CPTS from HTB</a:t>
            </a:r>
          </a:p>
          <a:p>
            <a:pPr>
              <a:buFontTx/>
              <a:buChar char="-"/>
            </a:pPr>
            <a:r>
              <a:rPr lang="en-US" sz="2200" b="1"/>
              <a:t>SAL1 from THM</a:t>
            </a:r>
          </a:p>
          <a:p>
            <a:pPr>
              <a:buFontTx/>
              <a:buChar char="-"/>
            </a:pPr>
            <a:r>
              <a:rPr lang="en-US" sz="2200" b="1"/>
              <a:t>Splunk Certifications</a:t>
            </a:r>
          </a:p>
          <a:p>
            <a:pPr>
              <a:buFontTx/>
              <a:buChar char="-"/>
            </a:pPr>
            <a:r>
              <a:rPr lang="en-US" sz="2200" b="1"/>
              <a:t>Cyber Defense Blue team Certifications</a:t>
            </a:r>
          </a:p>
          <a:p>
            <a:pPr marL="0" indent="0">
              <a:buNone/>
            </a:pPr>
            <a:endParaRPr lang="en-US" sz="2200" b="1"/>
          </a:p>
          <a:p>
            <a:pPr>
              <a:buFontTx/>
              <a:buChar char="-"/>
            </a:pPr>
            <a:endParaRPr lang="en-US" sz="2200" b="1"/>
          </a:p>
        </p:txBody>
      </p:sp>
      <p:pic>
        <p:nvPicPr>
          <p:cNvPr id="4098" name="Picture 2" descr="Launching HTB CPTS: Certified ...">
            <a:extLst>
              <a:ext uri="{FF2B5EF4-FFF2-40B4-BE49-F238E27FC236}">
                <a16:creationId xmlns:a16="http://schemas.microsoft.com/office/drawing/2014/main" id="{E9C641CA-2C82-CB0C-FB66-2F69D6683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319" r="33806"/>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186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F83F6B-ABBE-6D2F-791D-E26619C22D1C}"/>
              </a:ext>
            </a:extLst>
          </p:cNvPr>
          <p:cNvSpPr>
            <a:spLocks noGrp="1"/>
          </p:cNvSpPr>
          <p:nvPr>
            <p:ph type="title"/>
          </p:nvPr>
        </p:nvSpPr>
        <p:spPr>
          <a:xfrm>
            <a:off x="640080" y="329184"/>
            <a:ext cx="6894576" cy="1783080"/>
          </a:xfrm>
        </p:spPr>
        <p:txBody>
          <a:bodyPr anchor="b">
            <a:normAutofit/>
          </a:bodyPr>
          <a:lstStyle/>
          <a:p>
            <a:r>
              <a:rPr lang="en-US" sz="5400" b="1" u="sng"/>
              <a:t>Where can someone find more information?</a:t>
            </a:r>
          </a:p>
        </p:txBody>
      </p:sp>
      <p:sp>
        <p:nvSpPr>
          <p:cNvPr id="103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B5EBB4-EB2E-A88C-1A79-567072F721E6}"/>
              </a:ext>
            </a:extLst>
          </p:cNvPr>
          <p:cNvSpPr>
            <a:spLocks noGrp="1"/>
          </p:cNvSpPr>
          <p:nvPr>
            <p:ph idx="1"/>
          </p:nvPr>
        </p:nvSpPr>
        <p:spPr>
          <a:xfrm>
            <a:off x="640080" y="2706624"/>
            <a:ext cx="6894576" cy="3483864"/>
          </a:xfrm>
        </p:spPr>
        <p:txBody>
          <a:bodyPr>
            <a:normAutofit/>
          </a:bodyPr>
          <a:lstStyle/>
          <a:p>
            <a:r>
              <a:rPr lang="en-US" sz="2200">
                <a:hlinkClick r:id="rId2"/>
              </a:rPr>
              <a:t>https://www.hackthebox.com/</a:t>
            </a:r>
            <a:endParaRPr lang="en-US" sz="2200"/>
          </a:p>
          <a:p>
            <a:r>
              <a:rPr lang="en-US" sz="2200">
                <a:hlinkClick r:id="rId3"/>
              </a:rPr>
              <a:t>https://tryhackme.com/</a:t>
            </a:r>
            <a:endParaRPr lang="en-US" sz="2200"/>
          </a:p>
          <a:p>
            <a:r>
              <a:rPr lang="en-US" sz="2200">
                <a:hlinkClick r:id="rId4"/>
              </a:rPr>
              <a:t>https://cyberdefenders.org/certifications/certified-cyberdefender-level2/</a:t>
            </a:r>
            <a:endParaRPr lang="en-US" sz="2200"/>
          </a:p>
          <a:p>
            <a:r>
              <a:rPr lang="en-US" sz="2200">
                <a:hlinkClick r:id="rId5"/>
              </a:rPr>
              <a:t>https://ine.com/security/certifications/ejpt-certification</a:t>
            </a:r>
            <a:r>
              <a:rPr lang="en-US" sz="2200"/>
              <a:t> </a:t>
            </a:r>
          </a:p>
        </p:txBody>
      </p:sp>
      <p:pic>
        <p:nvPicPr>
          <p:cNvPr id="1026" name="Picture 2" descr="AWS Marketplace: Hack The Box">
            <a:extLst>
              <a:ext uri="{FF2B5EF4-FFF2-40B4-BE49-F238E27FC236}">
                <a16:creationId xmlns:a16="http://schemas.microsoft.com/office/drawing/2014/main" id="{6AB19C24-E0A3-3B17-94C3-B28CFC0A415A}"/>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863840" y="839903"/>
            <a:ext cx="4014216" cy="24085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reating a room on TryHackMe. TL;DR how ...">
            <a:extLst>
              <a:ext uri="{FF2B5EF4-FFF2-40B4-BE49-F238E27FC236}">
                <a16:creationId xmlns:a16="http://schemas.microsoft.com/office/drawing/2014/main" id="{8E18DC2A-BA76-934D-38F8-D5662395BA74}"/>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7918704" y="4079193"/>
            <a:ext cx="3886200" cy="2176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52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6F55E0-E656-0C4E-7390-16A182175BE0}"/>
              </a:ext>
            </a:extLst>
          </p:cNvPr>
          <p:cNvSpPr>
            <a:spLocks noGrp="1"/>
          </p:cNvSpPr>
          <p:nvPr>
            <p:ph type="title"/>
          </p:nvPr>
        </p:nvSpPr>
        <p:spPr>
          <a:xfrm>
            <a:off x="630936" y="502920"/>
            <a:ext cx="3419856" cy="1463040"/>
          </a:xfrm>
        </p:spPr>
        <p:txBody>
          <a:bodyPr anchor="ctr">
            <a:normAutofit/>
          </a:bodyPr>
          <a:lstStyle/>
          <a:p>
            <a:r>
              <a:rPr lang="en-US" sz="4100" b="1" u="sng"/>
              <a:t>What is the cost involved? </a:t>
            </a:r>
          </a:p>
        </p:txBody>
      </p:sp>
      <p:sp>
        <p:nvSpPr>
          <p:cNvPr id="5129"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B289453-4737-05E1-DA1E-2A811B3D2E44}"/>
              </a:ext>
            </a:extLst>
          </p:cNvPr>
          <p:cNvSpPr>
            <a:spLocks noGrp="1"/>
          </p:cNvSpPr>
          <p:nvPr>
            <p:ph idx="1"/>
          </p:nvPr>
        </p:nvSpPr>
        <p:spPr>
          <a:xfrm>
            <a:off x="4654295" y="502920"/>
            <a:ext cx="6894576" cy="1463040"/>
          </a:xfrm>
        </p:spPr>
        <p:txBody>
          <a:bodyPr anchor="ctr">
            <a:normAutofit/>
          </a:bodyPr>
          <a:lstStyle/>
          <a:p>
            <a:r>
              <a:rPr lang="en-US" sz="1700" b="1"/>
              <a:t>CPTS: $400</a:t>
            </a:r>
          </a:p>
          <a:p>
            <a:r>
              <a:rPr lang="en-US" sz="1700" b="1"/>
              <a:t>OSCP: $ 1700-2700</a:t>
            </a:r>
          </a:p>
          <a:p>
            <a:r>
              <a:rPr lang="en-US" sz="1700" b="1"/>
              <a:t>SAL: $ 350</a:t>
            </a:r>
          </a:p>
          <a:p>
            <a:r>
              <a:rPr lang="en-US" sz="1700" b="1"/>
              <a:t>EJPT certs: $ 250</a:t>
            </a:r>
          </a:p>
          <a:p>
            <a:endParaRPr lang="en-US" sz="1700" b="1"/>
          </a:p>
        </p:txBody>
      </p:sp>
      <p:pic>
        <p:nvPicPr>
          <p:cNvPr id="5122" name="Picture 2" descr="Certified Penetration Testing Specialist (CPTS) Review 2025 | by Ali Aizid  Gill | Medium">
            <a:extLst>
              <a:ext uri="{FF2B5EF4-FFF2-40B4-BE49-F238E27FC236}">
                <a16:creationId xmlns:a16="http://schemas.microsoft.com/office/drawing/2014/main" id="{D6FF3841-7DEC-F7DA-B614-30D432C6EF9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31842" y="2290936"/>
            <a:ext cx="9316123" cy="3959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4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ED94E2-3E81-C2A3-A9D3-0BAC430DF773}"/>
              </a:ext>
            </a:extLst>
          </p:cNvPr>
          <p:cNvSpPr>
            <a:spLocks noGrp="1"/>
          </p:cNvSpPr>
          <p:nvPr>
            <p:ph type="title"/>
          </p:nvPr>
        </p:nvSpPr>
        <p:spPr>
          <a:xfrm>
            <a:off x="572493" y="238539"/>
            <a:ext cx="11018520" cy="1434415"/>
          </a:xfrm>
        </p:spPr>
        <p:txBody>
          <a:bodyPr anchor="b">
            <a:normAutofit/>
          </a:bodyPr>
          <a:lstStyle/>
          <a:p>
            <a:r>
              <a:rPr lang="en-US" sz="4600" b="1" u="sng"/>
              <a:t>What are some of the benefits of obtaining the certification or training?</a:t>
            </a:r>
          </a:p>
        </p:txBody>
      </p:sp>
      <p:sp>
        <p:nvSpPr>
          <p:cNvPr id="615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8786E7-FE6C-1A87-66F1-16AF72BAA203}"/>
              </a:ext>
            </a:extLst>
          </p:cNvPr>
          <p:cNvSpPr>
            <a:spLocks noGrp="1"/>
          </p:cNvSpPr>
          <p:nvPr>
            <p:ph idx="1"/>
          </p:nvPr>
        </p:nvSpPr>
        <p:spPr>
          <a:xfrm>
            <a:off x="572493" y="2071316"/>
            <a:ext cx="6713552" cy="4119172"/>
          </a:xfrm>
        </p:spPr>
        <p:txBody>
          <a:bodyPr anchor="t">
            <a:normAutofit/>
          </a:bodyPr>
          <a:lstStyle/>
          <a:p>
            <a:r>
              <a:rPr lang="en-US" sz="2200" b="1"/>
              <a:t>Obtaining certifications allow you to get in the door with HR depending on the certifications you have obtained. </a:t>
            </a:r>
          </a:p>
          <a:p>
            <a:r>
              <a:rPr lang="en-US" sz="2200" b="1"/>
              <a:t>Some certifications that have hands on aspects to them allow for the employer to know that you have concurrent information about how to use those systems. </a:t>
            </a:r>
          </a:p>
          <a:p>
            <a:r>
              <a:rPr lang="en-US" sz="2200" b="1"/>
              <a:t>Another benefit is that you could get higher pay from your employer depending on the certification</a:t>
            </a:r>
          </a:p>
        </p:txBody>
      </p:sp>
      <p:pic>
        <p:nvPicPr>
          <p:cNvPr id="6146" name="Picture 2" descr="Global Money Transfer">
            <a:extLst>
              <a:ext uri="{FF2B5EF4-FFF2-40B4-BE49-F238E27FC236}">
                <a16:creationId xmlns:a16="http://schemas.microsoft.com/office/drawing/2014/main" id="{2B9A576F-3C6F-8563-8B04-8310A5954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513" r="17466" b="-1"/>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072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B04A6-F47A-8FD0-FB76-8EA83A60EE18}"/>
              </a:ext>
            </a:extLst>
          </p:cNvPr>
          <p:cNvSpPr>
            <a:spLocks noGrp="1"/>
          </p:cNvSpPr>
          <p:nvPr>
            <p:ph type="title"/>
          </p:nvPr>
        </p:nvSpPr>
        <p:spPr>
          <a:xfrm>
            <a:off x="572493" y="238539"/>
            <a:ext cx="11018520" cy="1434415"/>
          </a:xfrm>
        </p:spPr>
        <p:txBody>
          <a:bodyPr anchor="b">
            <a:normAutofit/>
          </a:bodyPr>
          <a:lstStyle/>
          <a:p>
            <a:r>
              <a:rPr lang="en-US" sz="4600" b="1" u="sng"/>
              <a:t>What is the expected time frame to complete the certification or training?</a:t>
            </a:r>
          </a:p>
        </p:txBody>
      </p:sp>
      <p:sp>
        <p:nvSpPr>
          <p:cNvPr id="717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F8389C-8AC1-35CB-A8D2-17B3C656F315}"/>
              </a:ext>
            </a:extLst>
          </p:cNvPr>
          <p:cNvSpPr>
            <a:spLocks noGrp="1"/>
          </p:cNvSpPr>
          <p:nvPr>
            <p:ph idx="1"/>
          </p:nvPr>
        </p:nvSpPr>
        <p:spPr>
          <a:xfrm>
            <a:off x="572493" y="2071316"/>
            <a:ext cx="6713552" cy="4119172"/>
          </a:xfrm>
        </p:spPr>
        <p:txBody>
          <a:bodyPr anchor="t">
            <a:normAutofit/>
          </a:bodyPr>
          <a:lstStyle/>
          <a:p>
            <a:r>
              <a:rPr lang="en-US" sz="2000" b="1"/>
              <a:t>The expected time frame depends on the person that is taking the exam, some will progress faster than others.</a:t>
            </a:r>
          </a:p>
          <a:p>
            <a:r>
              <a:rPr lang="en-US" sz="2000" b="1"/>
              <a:t>If you follow certain steps in chronological order taking other exams will be much easier. </a:t>
            </a:r>
          </a:p>
          <a:p>
            <a:r>
              <a:rPr lang="en-US" sz="2000" b="1"/>
              <a:t>For example, if you take the Google Cyber security cert and then take the SAL1 or Junior Penetration Tester from Hack the box you will be more than ready for the Security+ exam which is a DoD basic requisite. </a:t>
            </a:r>
          </a:p>
          <a:p>
            <a:r>
              <a:rPr lang="en-US" sz="2000" b="1"/>
              <a:t>If you work through the CPTS from HTB you will more than likely be able to pass the OSCP just based of difficulty and breadth of knowledge needed. </a:t>
            </a:r>
          </a:p>
          <a:p>
            <a:endParaRPr lang="en-US" sz="2000" b="1"/>
          </a:p>
        </p:txBody>
      </p:sp>
      <p:pic>
        <p:nvPicPr>
          <p:cNvPr id="7170" name="Picture 2" descr="Security Certification Roadmap - Paul Jerimy Media">
            <a:extLst>
              <a:ext uri="{FF2B5EF4-FFF2-40B4-BE49-F238E27FC236}">
                <a16:creationId xmlns:a16="http://schemas.microsoft.com/office/drawing/2014/main" id="{89E6BF4F-131B-E90F-0CEB-E1A4667A0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03" r="8506"/>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161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3E7672-C24B-7100-5DA3-E899FA6F7446}"/>
              </a:ext>
            </a:extLst>
          </p:cNvPr>
          <p:cNvSpPr>
            <a:spLocks noGrp="1"/>
          </p:cNvSpPr>
          <p:nvPr>
            <p:ph type="title"/>
          </p:nvPr>
        </p:nvSpPr>
        <p:spPr>
          <a:xfrm>
            <a:off x="572493" y="238539"/>
            <a:ext cx="11018520" cy="1434415"/>
          </a:xfrm>
        </p:spPr>
        <p:txBody>
          <a:bodyPr anchor="b">
            <a:normAutofit/>
          </a:bodyPr>
          <a:lstStyle/>
          <a:p>
            <a:r>
              <a:rPr lang="en-US" sz="4600" b="1" u="sng"/>
              <a:t>What level of experience or knowledge is required? </a:t>
            </a:r>
          </a:p>
        </p:txBody>
      </p:sp>
      <p:sp>
        <p:nvSpPr>
          <p:cNvPr id="820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26327B-930B-D11C-9D95-0CD7801D56CD}"/>
              </a:ext>
            </a:extLst>
          </p:cNvPr>
          <p:cNvSpPr>
            <a:spLocks noGrp="1"/>
          </p:cNvSpPr>
          <p:nvPr>
            <p:ph idx="1"/>
          </p:nvPr>
        </p:nvSpPr>
        <p:spPr>
          <a:xfrm>
            <a:off x="572493" y="2071316"/>
            <a:ext cx="6713552" cy="4119172"/>
          </a:xfrm>
        </p:spPr>
        <p:txBody>
          <a:bodyPr anchor="t">
            <a:normAutofit/>
          </a:bodyPr>
          <a:lstStyle/>
          <a:p>
            <a:r>
              <a:rPr lang="en-US" sz="2000" b="1"/>
              <a:t>The security + is entry level but a requirement. You could easily study for that exam in 1 to 3 months. </a:t>
            </a:r>
          </a:p>
          <a:p>
            <a:r>
              <a:rPr lang="en-US" sz="2000" b="1"/>
              <a:t>A good time frame of study for the OSCP would be something like a quarter to half a year of study time from no technical experience to passing.</a:t>
            </a:r>
          </a:p>
          <a:p>
            <a:r>
              <a:rPr lang="en-US" sz="2000" b="1"/>
              <a:t>The CPTS would take you a good 4 to 12 months to complete. </a:t>
            </a:r>
          </a:p>
          <a:p>
            <a:r>
              <a:rPr lang="en-US" sz="2000" b="1"/>
              <a:t>A lot of the information or experience required is based on the amount of knowledge that the user has though, some tests require you to have years in the experience such as the CISSP which requires 5 years in the field and a sponsor.</a:t>
            </a:r>
          </a:p>
        </p:txBody>
      </p:sp>
      <p:pic>
        <p:nvPicPr>
          <p:cNvPr id="8194" name="Picture 2" descr="IT Certification Roadmap by compTIA : r/HowToHack">
            <a:extLst>
              <a:ext uri="{FF2B5EF4-FFF2-40B4-BE49-F238E27FC236}">
                <a16:creationId xmlns:a16="http://schemas.microsoft.com/office/drawing/2014/main" id="{5D624251-2BDB-E1E0-6678-1E76AC58D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242" r="2660" b="-1"/>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558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C73271-0900-2BD7-598E-A88B2BB8730E}"/>
              </a:ext>
            </a:extLst>
          </p:cNvPr>
          <p:cNvSpPr>
            <a:spLocks noGrp="1"/>
          </p:cNvSpPr>
          <p:nvPr>
            <p:ph type="title"/>
          </p:nvPr>
        </p:nvSpPr>
        <p:spPr>
          <a:xfrm>
            <a:off x="572493" y="238539"/>
            <a:ext cx="11018520" cy="1434415"/>
          </a:xfrm>
        </p:spPr>
        <p:txBody>
          <a:bodyPr anchor="b">
            <a:normAutofit/>
          </a:bodyPr>
          <a:lstStyle/>
          <a:p>
            <a:r>
              <a:rPr lang="en-US" sz="5400" b="1" u="sng"/>
              <a:t>Reference Page</a:t>
            </a:r>
          </a:p>
        </p:txBody>
      </p:sp>
      <p:sp>
        <p:nvSpPr>
          <p:cNvPr id="922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818489-4A94-CFA2-CB29-7123ACE2D4DE}"/>
              </a:ext>
            </a:extLst>
          </p:cNvPr>
          <p:cNvSpPr>
            <a:spLocks noGrp="1"/>
          </p:cNvSpPr>
          <p:nvPr>
            <p:ph idx="1"/>
          </p:nvPr>
        </p:nvSpPr>
        <p:spPr>
          <a:xfrm>
            <a:off x="572493" y="2071316"/>
            <a:ext cx="6713552" cy="4119172"/>
          </a:xfrm>
        </p:spPr>
        <p:txBody>
          <a:bodyPr anchor="t">
            <a:normAutofit/>
          </a:bodyPr>
          <a:lstStyle/>
          <a:p>
            <a:r>
              <a:rPr lang="en-US" sz="2200" i="1">
                <a:effectLst/>
              </a:rPr>
              <a:t>A deep dive on the OSCP Certification aka The Offensive Security Certified Professional</a:t>
            </a:r>
            <a:r>
              <a:rPr lang="en-US" sz="2200">
                <a:effectLst/>
              </a:rPr>
              <a:t>. Cybersecurity Guide. (2025, October 17). </a:t>
            </a:r>
            <a:r>
              <a:rPr lang="en-US" sz="2200">
                <a:effectLst/>
                <a:hlinkClick r:id="rId2"/>
              </a:rPr>
              <a:t>https://cybersecurityguide.org/programs/cybersecurity-certifications/oscp/</a:t>
            </a:r>
            <a:r>
              <a:rPr lang="en-US" sz="2200">
                <a:effectLst/>
              </a:rPr>
              <a:t> </a:t>
            </a:r>
          </a:p>
          <a:p>
            <a:endParaRPr lang="en-US" sz="2200"/>
          </a:p>
        </p:txBody>
      </p:sp>
      <p:pic>
        <p:nvPicPr>
          <p:cNvPr id="9218" name="Picture 2" descr="IT Certification Roadmap 2026 – Free Guide">
            <a:extLst>
              <a:ext uri="{FF2B5EF4-FFF2-40B4-BE49-F238E27FC236}">
                <a16:creationId xmlns:a16="http://schemas.microsoft.com/office/drawing/2014/main" id="{21CF3D5A-73F7-F0CE-2D63-F00B6E97F1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161" r="5716"/>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0522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otalTime>26</TotalTime>
  <Words>638</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3.1 In-Class Activity: Cybersecurity Training and Certification</vt:lpstr>
      <vt:lpstr>What does ECPI offer you for resources and certification related to your professional goals?</vt:lpstr>
      <vt:lpstr>What other training paths or certifications would you be interested in to pursue to further your ethical hacking career?</vt:lpstr>
      <vt:lpstr>What other certifications would you seek to align with CEH related to your career goals?</vt:lpstr>
      <vt:lpstr>Where can someone find more information?</vt:lpstr>
      <vt:lpstr>What is the cost involved? </vt:lpstr>
      <vt:lpstr>What are some of the benefits of obtaining the certification or training?</vt:lpstr>
      <vt:lpstr>What is the expected time frame to complete the certification or training?</vt:lpstr>
      <vt:lpstr>What level of experience or knowledge is required? </vt:lpstr>
      <vt:lpstr>Reference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VB-Meredith, Charles (Virginia Beach)</dc:creator>
  <cp:lastModifiedBy>VB-Meredith, Charles (Virginia Beach)</cp:lastModifiedBy>
  <cp:revision>1</cp:revision>
  <dcterms:created xsi:type="dcterms:W3CDTF">2026-05-19T23:40:26Z</dcterms:created>
  <dcterms:modified xsi:type="dcterms:W3CDTF">2026-05-20T00:07:06Z</dcterms:modified>
</cp:coreProperties>
</file>