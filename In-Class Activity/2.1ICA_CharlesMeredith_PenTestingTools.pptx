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9D403F-552A-4D58-8DB0-0C04DEE452FF}" v="5" dt="2026-05-14T22:29:13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Meredith, Charles (Virginia Beach)" userId="816d316b-6d12-4f1e-b3ac-3b960a01f1dd" providerId="ADAL" clId="{0AEF0F41-105C-40BA-8B28-B75AEA2BDD1D}"/>
    <pc:docChg chg="undo custSel addSld delSld modSld">
      <pc:chgData name="VB-Meredith, Charles (Virginia Beach)" userId="816d316b-6d12-4f1e-b3ac-3b960a01f1dd" providerId="ADAL" clId="{0AEF0F41-105C-40BA-8B28-B75AEA2BDD1D}" dt="2026-05-14T22:34:35.941" v="2461" actId="26606"/>
      <pc:docMkLst>
        <pc:docMk/>
      </pc:docMkLst>
      <pc:sldChg chg="addSp modSp mod setBg">
        <pc:chgData name="VB-Meredith, Charles (Virginia Beach)" userId="816d316b-6d12-4f1e-b3ac-3b960a01f1dd" providerId="ADAL" clId="{0AEF0F41-105C-40BA-8B28-B75AEA2BDD1D}" dt="2026-05-14T22:34:35.941" v="2461" actId="26606"/>
        <pc:sldMkLst>
          <pc:docMk/>
          <pc:sldMk cId="54089946" sldId="256"/>
        </pc:sldMkLst>
        <pc:spChg chg="mo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2" creationId="{914E5915-4E05-BBE3-D9A6-F443553080C3}"/>
          </ac:spMkLst>
        </pc:spChg>
        <pc:spChg chg="mo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3" creationId="{1FB55571-C5D8-BA68-BB93-F531B83F5823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8" creationId="{0E30439A-8A5B-46EC-8283-9B6B031D40D0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10" creationId="{5CEAD642-85CF-4750-8432-7C80C901F001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12" creationId="{FA33EEAE-15D5-4119-8C1E-89D943F911EF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14" creationId="{730D8B3B-9B80-4025-B934-26DC7D7CD231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16" creationId="{B5A1B09C-1565-46F8-B70F-621C5EB48A09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18" creationId="{8C516CC8-80AC-446C-A56E-9F54B7210402}"/>
          </ac:spMkLst>
        </pc:spChg>
        <pc:spChg chg="add">
          <ac:chgData name="VB-Meredith, Charles (Virginia Beach)" userId="816d316b-6d12-4f1e-b3ac-3b960a01f1dd" providerId="ADAL" clId="{0AEF0F41-105C-40BA-8B28-B75AEA2BDD1D}" dt="2026-05-14T22:34:35.941" v="2461" actId="26606"/>
          <ac:spMkLst>
            <pc:docMk/>
            <pc:sldMk cId="54089946" sldId="256"/>
            <ac:spMk id="20" creationId="{53947E58-F088-49F1-A3D1-DEA690192E84}"/>
          </ac:spMkLst>
        </pc:spChg>
      </pc:sldChg>
      <pc:sldChg chg="addSp modSp new mod setBg">
        <pc:chgData name="VB-Meredith, Charles (Virginia Beach)" userId="816d316b-6d12-4f1e-b3ac-3b960a01f1dd" providerId="ADAL" clId="{0AEF0F41-105C-40BA-8B28-B75AEA2BDD1D}" dt="2026-05-14T22:28:54.449" v="2057" actId="26606"/>
        <pc:sldMkLst>
          <pc:docMk/>
          <pc:sldMk cId="2704621003" sldId="257"/>
        </pc:sldMkLst>
        <pc:spChg chg="mod">
          <ac:chgData name="VB-Meredith, Charles (Virginia Beach)" userId="816d316b-6d12-4f1e-b3ac-3b960a01f1dd" providerId="ADAL" clId="{0AEF0F41-105C-40BA-8B28-B75AEA2BDD1D}" dt="2026-05-14T22:28:54.449" v="2057" actId="26606"/>
          <ac:spMkLst>
            <pc:docMk/>
            <pc:sldMk cId="2704621003" sldId="257"/>
            <ac:spMk id="2" creationId="{3C46971D-1C60-278E-1965-9C545877030A}"/>
          </ac:spMkLst>
        </pc:spChg>
        <pc:spChg chg="mod">
          <ac:chgData name="VB-Meredith, Charles (Virginia Beach)" userId="816d316b-6d12-4f1e-b3ac-3b960a01f1dd" providerId="ADAL" clId="{0AEF0F41-105C-40BA-8B28-B75AEA2BDD1D}" dt="2026-05-14T22:28:54.449" v="2057" actId="26606"/>
          <ac:spMkLst>
            <pc:docMk/>
            <pc:sldMk cId="2704621003" sldId="257"/>
            <ac:spMk id="3" creationId="{D93D16B8-66CF-2282-0D62-EB0ABFC88B20}"/>
          </ac:spMkLst>
        </pc:spChg>
        <pc:spChg chg="add">
          <ac:chgData name="VB-Meredith, Charles (Virginia Beach)" userId="816d316b-6d12-4f1e-b3ac-3b960a01f1dd" providerId="ADAL" clId="{0AEF0F41-105C-40BA-8B28-B75AEA2BDD1D}" dt="2026-05-14T22:28:54.449" v="2057" actId="26606"/>
          <ac:spMkLst>
            <pc:docMk/>
            <pc:sldMk cId="2704621003" sldId="257"/>
            <ac:spMk id="9" creationId="{C0763A76-9F1C-4FC5-82B7-DD475DA461B2}"/>
          </ac:spMkLst>
        </pc:spChg>
        <pc:spChg chg="add">
          <ac:chgData name="VB-Meredith, Charles (Virginia Beach)" userId="816d316b-6d12-4f1e-b3ac-3b960a01f1dd" providerId="ADAL" clId="{0AEF0F41-105C-40BA-8B28-B75AEA2BDD1D}" dt="2026-05-14T22:28:54.449" v="2057" actId="26606"/>
          <ac:spMkLst>
            <pc:docMk/>
            <pc:sldMk cId="2704621003" sldId="257"/>
            <ac:spMk id="11" creationId="{E81BF4F6-F2CF-4984-9D14-D6966D92F99F}"/>
          </ac:spMkLst>
        </pc:spChg>
        <pc:picChg chg="add mod">
          <ac:chgData name="VB-Meredith, Charles (Virginia Beach)" userId="816d316b-6d12-4f1e-b3ac-3b960a01f1dd" providerId="ADAL" clId="{0AEF0F41-105C-40BA-8B28-B75AEA2BDD1D}" dt="2026-05-14T22:28:54.449" v="2057" actId="26606"/>
          <ac:picMkLst>
            <pc:docMk/>
            <pc:sldMk cId="2704621003" sldId="257"/>
            <ac:picMk id="4" creationId="{07174D14-1D26-C715-3ED9-363431FB5CF5}"/>
          </ac:picMkLst>
        </pc:picChg>
      </pc:sldChg>
      <pc:sldChg chg="addSp modSp new mod setBg">
        <pc:chgData name="VB-Meredith, Charles (Virginia Beach)" userId="816d316b-6d12-4f1e-b3ac-3b960a01f1dd" providerId="ADAL" clId="{0AEF0F41-105C-40BA-8B28-B75AEA2BDD1D}" dt="2026-05-14T22:29:03.425" v="2059" actId="26606"/>
        <pc:sldMkLst>
          <pc:docMk/>
          <pc:sldMk cId="2419164685" sldId="258"/>
        </pc:sldMkLst>
        <pc:spChg chg="mod">
          <ac:chgData name="VB-Meredith, Charles (Virginia Beach)" userId="816d316b-6d12-4f1e-b3ac-3b960a01f1dd" providerId="ADAL" clId="{0AEF0F41-105C-40BA-8B28-B75AEA2BDD1D}" dt="2026-05-14T22:29:03.425" v="2059" actId="26606"/>
          <ac:spMkLst>
            <pc:docMk/>
            <pc:sldMk cId="2419164685" sldId="258"/>
            <ac:spMk id="2" creationId="{4EA80CA4-FBE2-3757-286B-B53B4FB7B31B}"/>
          </ac:spMkLst>
        </pc:spChg>
        <pc:spChg chg="mod">
          <ac:chgData name="VB-Meredith, Charles (Virginia Beach)" userId="816d316b-6d12-4f1e-b3ac-3b960a01f1dd" providerId="ADAL" clId="{0AEF0F41-105C-40BA-8B28-B75AEA2BDD1D}" dt="2026-05-14T22:29:03.425" v="2059" actId="26606"/>
          <ac:spMkLst>
            <pc:docMk/>
            <pc:sldMk cId="2419164685" sldId="258"/>
            <ac:spMk id="3" creationId="{2FC6B874-BD86-AB8A-0AAE-AEBAEA4AFE43}"/>
          </ac:spMkLst>
        </pc:spChg>
        <pc:spChg chg="add">
          <ac:chgData name="VB-Meredith, Charles (Virginia Beach)" userId="816d316b-6d12-4f1e-b3ac-3b960a01f1dd" providerId="ADAL" clId="{0AEF0F41-105C-40BA-8B28-B75AEA2BDD1D}" dt="2026-05-14T22:29:03.425" v="2059" actId="26606"/>
          <ac:spMkLst>
            <pc:docMk/>
            <pc:sldMk cId="2419164685" sldId="258"/>
            <ac:spMk id="9" creationId="{9E6671AF-110C-4E4D-BEB4-1323A3136D1B}"/>
          </ac:spMkLst>
        </pc:spChg>
        <pc:picChg chg="add mod">
          <ac:chgData name="VB-Meredith, Charles (Virginia Beach)" userId="816d316b-6d12-4f1e-b3ac-3b960a01f1dd" providerId="ADAL" clId="{0AEF0F41-105C-40BA-8B28-B75AEA2BDD1D}" dt="2026-05-14T22:29:03.425" v="2059" actId="26606"/>
          <ac:picMkLst>
            <pc:docMk/>
            <pc:sldMk cId="2419164685" sldId="258"/>
            <ac:picMk id="4" creationId="{9CB79D20-69C0-48CD-0768-29CEC7F16A62}"/>
          </ac:picMkLst>
        </pc:picChg>
      </pc:sldChg>
      <pc:sldChg chg="addSp modSp new mod setBg">
        <pc:chgData name="VB-Meredith, Charles (Virginia Beach)" userId="816d316b-6d12-4f1e-b3ac-3b960a01f1dd" providerId="ADAL" clId="{0AEF0F41-105C-40BA-8B28-B75AEA2BDD1D}" dt="2026-05-14T22:29:15.424" v="2061" actId="26606"/>
        <pc:sldMkLst>
          <pc:docMk/>
          <pc:sldMk cId="1856070856" sldId="259"/>
        </pc:sldMkLst>
        <pc:spChg chg="mod">
          <ac:chgData name="VB-Meredith, Charles (Virginia Beach)" userId="816d316b-6d12-4f1e-b3ac-3b960a01f1dd" providerId="ADAL" clId="{0AEF0F41-105C-40BA-8B28-B75AEA2BDD1D}" dt="2026-05-14T22:29:15.424" v="2061" actId="26606"/>
          <ac:spMkLst>
            <pc:docMk/>
            <pc:sldMk cId="1856070856" sldId="259"/>
            <ac:spMk id="2" creationId="{1BC749D6-B390-D9FB-89FC-7A7AFD3FCF89}"/>
          </ac:spMkLst>
        </pc:spChg>
        <pc:spChg chg="mod">
          <ac:chgData name="VB-Meredith, Charles (Virginia Beach)" userId="816d316b-6d12-4f1e-b3ac-3b960a01f1dd" providerId="ADAL" clId="{0AEF0F41-105C-40BA-8B28-B75AEA2BDD1D}" dt="2026-05-14T22:29:15.424" v="2061" actId="26606"/>
          <ac:spMkLst>
            <pc:docMk/>
            <pc:sldMk cId="1856070856" sldId="259"/>
            <ac:spMk id="3" creationId="{F518C24F-ADA3-D1EB-74C1-35CF04AFEB56}"/>
          </ac:spMkLst>
        </pc:spChg>
        <pc:spChg chg="add">
          <ac:chgData name="VB-Meredith, Charles (Virginia Beach)" userId="816d316b-6d12-4f1e-b3ac-3b960a01f1dd" providerId="ADAL" clId="{0AEF0F41-105C-40BA-8B28-B75AEA2BDD1D}" dt="2026-05-14T22:29:15.424" v="2061" actId="26606"/>
          <ac:spMkLst>
            <pc:docMk/>
            <pc:sldMk cId="1856070856" sldId="259"/>
            <ac:spMk id="9" creationId="{9E6671AF-110C-4E4D-BEB4-1323A3136D1B}"/>
          </ac:spMkLst>
        </pc:spChg>
        <pc:picChg chg="add mod">
          <ac:chgData name="VB-Meredith, Charles (Virginia Beach)" userId="816d316b-6d12-4f1e-b3ac-3b960a01f1dd" providerId="ADAL" clId="{0AEF0F41-105C-40BA-8B28-B75AEA2BDD1D}" dt="2026-05-14T22:29:15.424" v="2061" actId="26606"/>
          <ac:picMkLst>
            <pc:docMk/>
            <pc:sldMk cId="1856070856" sldId="259"/>
            <ac:picMk id="4" creationId="{164E3988-F31C-2415-75D1-AE25C438D656}"/>
          </ac:picMkLst>
        </pc:picChg>
      </pc:sldChg>
      <pc:sldChg chg="addSp delSp modSp new mod setBg">
        <pc:chgData name="VB-Meredith, Charles (Virginia Beach)" userId="816d316b-6d12-4f1e-b3ac-3b960a01f1dd" providerId="ADAL" clId="{0AEF0F41-105C-40BA-8B28-B75AEA2BDD1D}" dt="2026-05-14T22:30:05.978" v="2063" actId="26606"/>
        <pc:sldMkLst>
          <pc:docMk/>
          <pc:sldMk cId="245428954" sldId="260"/>
        </pc:sldMkLst>
        <pc:spChg chg="mod">
          <ac:chgData name="VB-Meredith, Charles (Virginia Beach)" userId="816d316b-6d12-4f1e-b3ac-3b960a01f1dd" providerId="ADAL" clId="{0AEF0F41-105C-40BA-8B28-B75AEA2BDD1D}" dt="2026-05-14T22:30:05.978" v="2063" actId="26606"/>
          <ac:spMkLst>
            <pc:docMk/>
            <pc:sldMk cId="245428954" sldId="260"/>
            <ac:spMk id="2" creationId="{C0696F0E-69C6-C384-7CA2-7EADD6A8B935}"/>
          </ac:spMkLst>
        </pc:spChg>
        <pc:spChg chg="mod">
          <ac:chgData name="VB-Meredith, Charles (Virginia Beach)" userId="816d316b-6d12-4f1e-b3ac-3b960a01f1dd" providerId="ADAL" clId="{0AEF0F41-105C-40BA-8B28-B75AEA2BDD1D}" dt="2026-05-14T22:30:05.978" v="2063" actId="26606"/>
          <ac:spMkLst>
            <pc:docMk/>
            <pc:sldMk cId="245428954" sldId="260"/>
            <ac:spMk id="3" creationId="{DAC81451-0BFC-247E-BC4B-D3FFC850C6E4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13.248" v="2048" actId="26606"/>
          <ac:spMkLst>
            <pc:docMk/>
            <pc:sldMk cId="245428954" sldId="260"/>
            <ac:spMk id="9" creationId="{04812C46-200A-4DEB-A05E-3ED6C68C2387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13.248" v="2048" actId="26606"/>
          <ac:spMkLst>
            <pc:docMk/>
            <pc:sldMk cId="245428954" sldId="260"/>
            <ac:spMk id="11" creationId="{D1EA859B-E555-4109-94F3-6700E046E008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18.302" v="2050" actId="26606"/>
          <ac:spMkLst>
            <pc:docMk/>
            <pc:sldMk cId="245428954" sldId="260"/>
            <ac:spMk id="13" creationId="{F13C74B1-5B17-4795-BED0-7140497B445A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18.302" v="2050" actId="26606"/>
          <ac:spMkLst>
            <pc:docMk/>
            <pc:sldMk cId="245428954" sldId="260"/>
            <ac:spMk id="14" creationId="{D4974D33-8DC5-464E-8C6D-BE58F0669C17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22.702" v="2052" actId="26606"/>
          <ac:spMkLst>
            <pc:docMk/>
            <pc:sldMk cId="245428954" sldId="260"/>
            <ac:spMk id="16" creationId="{04812C46-200A-4DEB-A05E-3ED6C68C2387}"/>
          </ac:spMkLst>
        </pc:spChg>
        <pc:spChg chg="add del">
          <ac:chgData name="VB-Meredith, Charles (Virginia Beach)" userId="816d316b-6d12-4f1e-b3ac-3b960a01f1dd" providerId="ADAL" clId="{0AEF0F41-105C-40BA-8B28-B75AEA2BDD1D}" dt="2026-05-14T22:28:22.702" v="2052" actId="26606"/>
          <ac:spMkLst>
            <pc:docMk/>
            <pc:sldMk cId="245428954" sldId="260"/>
            <ac:spMk id="17" creationId="{D1EA859B-E555-4109-94F3-6700E046E008}"/>
          </ac:spMkLst>
        </pc:spChg>
        <pc:spChg chg="add del">
          <ac:chgData name="VB-Meredith, Charles (Virginia Beach)" userId="816d316b-6d12-4f1e-b3ac-3b960a01f1dd" providerId="ADAL" clId="{0AEF0F41-105C-40BA-8B28-B75AEA2BDD1D}" dt="2026-05-14T22:30:05.978" v="2063" actId="26606"/>
          <ac:spMkLst>
            <pc:docMk/>
            <pc:sldMk cId="245428954" sldId="260"/>
            <ac:spMk id="19" creationId="{2B97F24A-32CE-4C1C-A50D-3016B394DCFB}"/>
          </ac:spMkLst>
        </pc:spChg>
        <pc:spChg chg="add del">
          <ac:chgData name="VB-Meredith, Charles (Virginia Beach)" userId="816d316b-6d12-4f1e-b3ac-3b960a01f1dd" providerId="ADAL" clId="{0AEF0F41-105C-40BA-8B28-B75AEA2BDD1D}" dt="2026-05-14T22:30:05.978" v="2063" actId="26606"/>
          <ac:spMkLst>
            <pc:docMk/>
            <pc:sldMk cId="245428954" sldId="260"/>
            <ac:spMk id="20" creationId="{CD8B4F24-440B-49E9-B85D-733523DC064B}"/>
          </ac:spMkLst>
        </pc:spChg>
        <pc:grpChg chg="add">
          <ac:chgData name="VB-Meredith, Charles (Virginia Beach)" userId="816d316b-6d12-4f1e-b3ac-3b960a01f1dd" providerId="ADAL" clId="{0AEF0F41-105C-40BA-8B28-B75AEA2BDD1D}" dt="2026-05-14T22:30:05.978" v="2063" actId="26606"/>
          <ac:grpSpMkLst>
            <pc:docMk/>
            <pc:sldMk cId="245428954" sldId="260"/>
            <ac:grpSpMk id="25" creationId="{A5AFD70F-20E3-55D2-E154-7D4FACFBB016}"/>
          </ac:grpSpMkLst>
        </pc:grpChg>
        <pc:picChg chg="add mod ord">
          <ac:chgData name="VB-Meredith, Charles (Virginia Beach)" userId="816d316b-6d12-4f1e-b3ac-3b960a01f1dd" providerId="ADAL" clId="{0AEF0F41-105C-40BA-8B28-B75AEA2BDD1D}" dt="2026-05-14T22:30:05.978" v="2063" actId="26606"/>
          <ac:picMkLst>
            <pc:docMk/>
            <pc:sldMk cId="245428954" sldId="260"/>
            <ac:picMk id="4" creationId="{E021717C-6F10-855F-BF41-1A1CBA6A8E50}"/>
          </ac:picMkLst>
        </pc:picChg>
      </pc:sldChg>
      <pc:sldChg chg="addSp modSp new mod setBg">
        <pc:chgData name="VB-Meredith, Charles (Virginia Beach)" userId="816d316b-6d12-4f1e-b3ac-3b960a01f1dd" providerId="ADAL" clId="{0AEF0F41-105C-40BA-8B28-B75AEA2BDD1D}" dt="2026-05-14T22:32:47.748" v="2338" actId="113"/>
        <pc:sldMkLst>
          <pc:docMk/>
          <pc:sldMk cId="763602555" sldId="261"/>
        </pc:sldMkLst>
        <pc:spChg chg="mod">
          <ac:chgData name="VB-Meredith, Charles (Virginia Beach)" userId="816d316b-6d12-4f1e-b3ac-3b960a01f1dd" providerId="ADAL" clId="{0AEF0F41-105C-40BA-8B28-B75AEA2BDD1D}" dt="2026-05-14T22:28:42.913" v="2055" actId="26606"/>
          <ac:spMkLst>
            <pc:docMk/>
            <pc:sldMk cId="763602555" sldId="261"/>
            <ac:spMk id="2" creationId="{E00C3088-CD23-6AA3-BE9F-DF3988022DA7}"/>
          </ac:spMkLst>
        </pc:spChg>
        <pc:spChg chg="mod">
          <ac:chgData name="VB-Meredith, Charles (Virginia Beach)" userId="816d316b-6d12-4f1e-b3ac-3b960a01f1dd" providerId="ADAL" clId="{0AEF0F41-105C-40BA-8B28-B75AEA2BDD1D}" dt="2026-05-14T22:32:47.748" v="2338" actId="113"/>
          <ac:spMkLst>
            <pc:docMk/>
            <pc:sldMk cId="763602555" sldId="261"/>
            <ac:spMk id="3" creationId="{7EA459DE-9F13-6F11-1B82-914E5D7447FB}"/>
          </ac:spMkLst>
        </pc:spChg>
        <pc:spChg chg="add">
          <ac:chgData name="VB-Meredith, Charles (Virginia Beach)" userId="816d316b-6d12-4f1e-b3ac-3b960a01f1dd" providerId="ADAL" clId="{0AEF0F41-105C-40BA-8B28-B75AEA2BDD1D}" dt="2026-05-14T22:28:42.913" v="2055" actId="26606"/>
          <ac:spMkLst>
            <pc:docMk/>
            <pc:sldMk cId="763602555" sldId="261"/>
            <ac:spMk id="9" creationId="{C0763A76-9F1C-4FC5-82B7-DD475DA461B2}"/>
          </ac:spMkLst>
        </pc:spChg>
        <pc:spChg chg="add">
          <ac:chgData name="VB-Meredith, Charles (Virginia Beach)" userId="816d316b-6d12-4f1e-b3ac-3b960a01f1dd" providerId="ADAL" clId="{0AEF0F41-105C-40BA-8B28-B75AEA2BDD1D}" dt="2026-05-14T22:28:42.913" v="2055" actId="26606"/>
          <ac:spMkLst>
            <pc:docMk/>
            <pc:sldMk cId="763602555" sldId="261"/>
            <ac:spMk id="11" creationId="{E81BF4F6-F2CF-4984-9D14-D6966D92F99F}"/>
          </ac:spMkLst>
        </pc:spChg>
        <pc:picChg chg="add mod">
          <ac:chgData name="VB-Meredith, Charles (Virginia Beach)" userId="816d316b-6d12-4f1e-b3ac-3b960a01f1dd" providerId="ADAL" clId="{0AEF0F41-105C-40BA-8B28-B75AEA2BDD1D}" dt="2026-05-14T22:28:42.913" v="2055" actId="26606"/>
          <ac:picMkLst>
            <pc:docMk/>
            <pc:sldMk cId="763602555" sldId="261"/>
            <ac:picMk id="4" creationId="{D89F3488-422B-57F6-81F2-F0950213653B}"/>
          </ac:picMkLst>
        </pc:picChg>
      </pc:sldChg>
      <pc:sldChg chg="addSp modSp new mod setBg">
        <pc:chgData name="VB-Meredith, Charles (Virginia Beach)" userId="816d316b-6d12-4f1e-b3ac-3b960a01f1dd" providerId="ADAL" clId="{0AEF0F41-105C-40BA-8B28-B75AEA2BDD1D}" dt="2026-05-14T22:34:28.443" v="2460" actId="313"/>
        <pc:sldMkLst>
          <pc:docMk/>
          <pc:sldMk cId="621345439" sldId="262"/>
        </pc:sldMkLst>
        <pc:spChg chg="mod">
          <ac:chgData name="VB-Meredith, Charles (Virginia Beach)" userId="816d316b-6d12-4f1e-b3ac-3b960a01f1dd" providerId="ADAL" clId="{0AEF0F41-105C-40BA-8B28-B75AEA2BDD1D}" dt="2026-05-14T22:29:23.878" v="2062" actId="26606"/>
          <ac:spMkLst>
            <pc:docMk/>
            <pc:sldMk cId="621345439" sldId="262"/>
            <ac:spMk id="2" creationId="{5D7381C0-37D6-BCFA-61D5-34373AF54EE8}"/>
          </ac:spMkLst>
        </pc:spChg>
        <pc:spChg chg="mod">
          <ac:chgData name="VB-Meredith, Charles (Virginia Beach)" userId="816d316b-6d12-4f1e-b3ac-3b960a01f1dd" providerId="ADAL" clId="{0AEF0F41-105C-40BA-8B28-B75AEA2BDD1D}" dt="2026-05-14T22:34:28.443" v="2460" actId="313"/>
          <ac:spMkLst>
            <pc:docMk/>
            <pc:sldMk cId="621345439" sldId="262"/>
            <ac:spMk id="3" creationId="{2768ABF5-6B02-EAD1-6B48-58D784550968}"/>
          </ac:spMkLst>
        </pc:spChg>
        <pc:spChg chg="add">
          <ac:chgData name="VB-Meredith, Charles (Virginia Beach)" userId="816d316b-6d12-4f1e-b3ac-3b960a01f1dd" providerId="ADAL" clId="{0AEF0F41-105C-40BA-8B28-B75AEA2BDD1D}" dt="2026-05-14T22:29:23.878" v="2062" actId="26606"/>
          <ac:spMkLst>
            <pc:docMk/>
            <pc:sldMk cId="621345439" sldId="262"/>
            <ac:spMk id="9" creationId="{AE3A741D-C19B-960A-5803-1C5887147820}"/>
          </ac:spMkLst>
        </pc:spChg>
        <pc:spChg chg="add">
          <ac:chgData name="VB-Meredith, Charles (Virginia Beach)" userId="816d316b-6d12-4f1e-b3ac-3b960a01f1dd" providerId="ADAL" clId="{0AEF0F41-105C-40BA-8B28-B75AEA2BDD1D}" dt="2026-05-14T22:29:23.878" v="2062" actId="26606"/>
          <ac:spMkLst>
            <pc:docMk/>
            <pc:sldMk cId="621345439" sldId="262"/>
            <ac:spMk id="11" creationId="{DC39DE25-0E4E-0AA7-0932-1D78C2372786}"/>
          </ac:spMkLst>
        </pc:spChg>
        <pc:spChg chg="add">
          <ac:chgData name="VB-Meredith, Charles (Virginia Beach)" userId="816d316b-6d12-4f1e-b3ac-3b960a01f1dd" providerId="ADAL" clId="{0AEF0F41-105C-40BA-8B28-B75AEA2BDD1D}" dt="2026-05-14T22:29:23.878" v="2062" actId="26606"/>
          <ac:spMkLst>
            <pc:docMk/>
            <pc:sldMk cId="621345439" sldId="262"/>
            <ac:spMk id="13" creationId="{8D6EA299-0840-6DEA-E670-C49AEBC87E89}"/>
          </ac:spMkLst>
        </pc:spChg>
        <pc:picChg chg="add">
          <ac:chgData name="VB-Meredith, Charles (Virginia Beach)" userId="816d316b-6d12-4f1e-b3ac-3b960a01f1dd" providerId="ADAL" clId="{0AEF0F41-105C-40BA-8B28-B75AEA2BDD1D}" dt="2026-05-14T22:29:23.878" v="2062" actId="26606"/>
          <ac:picMkLst>
            <pc:docMk/>
            <pc:sldMk cId="621345439" sldId="262"/>
            <ac:picMk id="5" creationId="{E19C5E23-D35E-8173-5130-47091C4036CC}"/>
          </ac:picMkLst>
        </pc:picChg>
      </pc:sldChg>
      <pc:sldChg chg="new del">
        <pc:chgData name="VB-Meredith, Charles (Virginia Beach)" userId="816d316b-6d12-4f1e-b3ac-3b960a01f1dd" providerId="ADAL" clId="{0AEF0F41-105C-40BA-8B28-B75AEA2BDD1D}" dt="2026-05-14T22:12:22.716" v="313" actId="2696"/>
        <pc:sldMkLst>
          <pc:docMk/>
          <pc:sldMk cId="337867813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1C99-9297-5883-DC32-9CB9581F6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28403-02EB-C62B-1139-D57F19793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7F310-7821-F59A-42AF-3B53CB21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70045-F4DA-5ECA-64CD-3B17F85D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8983-DD2E-5376-9E66-8BB60A2F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1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5D13-3EB4-DE72-C379-532D941C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6090-41DA-850D-D190-DF37C32CB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392C-5534-9D21-4215-C16EE37C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64786-DF7E-C4F6-3824-6B16DCCD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79188-3421-7611-92E4-847B21F7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2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251A-E8A1-F049-7D4C-1850AC58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8AB4C-8296-DC0D-AE75-527FF848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BA41-D51B-D9D2-440D-F20CA5D0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4B357-960E-84D9-1911-D516B3EA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65106-EC23-2623-6E7F-39BD2A7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DE42-8BE6-1D82-7462-29E1015A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021BF-C325-87CA-E4C7-4204F927A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98B2E-261C-D625-42AF-610EA6533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C5BFF-418F-E6C8-E3A2-7FB64B04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9A14B-62F7-852A-E53C-65C94487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C6AE1-18F4-8B8F-D638-FE0772A8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984F-3AB3-913E-5C9C-6C7919B2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E1508-00D7-7E4F-4511-5C20B8C2E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906E6-3237-1E9B-225F-E9EBCE918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77B40-DEF8-1D90-3399-ACBCBD75E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C20D8-11A1-F553-ED06-89DA50559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854A9-D2D2-0B8F-EB28-60DAEDE7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72AB3-CD3A-FD38-F951-C59BC923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6B60A-7A4A-5613-F232-0C9C6714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2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5B96-64B0-7111-0807-7261C817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990AC-26F6-582A-E0D2-C8DC4AD5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92F06-60A5-2FD6-3D9D-06A64773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691C2-A282-4523-7200-2BC7FBCF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41A3E-F96A-C6B5-E14C-BF624365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35A33-9770-186C-F6C4-557B88DF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6CBC7-3BBB-586E-6B16-EE857E6A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0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A003-D26E-F43B-CC30-00162C91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4BB3E-D694-0E75-D21C-3133C79A0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A6123-BE05-97B4-143B-F6346A17B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ED135-ECD7-AF78-BA18-C782D728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63087-E23F-A826-ABCA-D7F8CAB7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99BB1-5A56-A748-AB29-08FC0EF0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6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7278-06B7-0C1F-BEF8-0CBBEB8D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E730C-259A-336A-1BCB-B933F188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74458-D652-5C46-A91B-AF51E0EC3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CCB33-0FAD-4CB4-6AF1-E151D531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9B4DB-D362-4E88-B7FB-09EB1900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776F9-F7C2-4E78-A952-9F380EF3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34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F53E-70A8-5C8E-6C29-7B0BCB93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3324-638B-CAB4-07BF-14F52E6A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2A49B-BD40-698B-C5FB-903D629D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94A8B-0537-1EA5-4437-AABE8A2D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F831-D891-20A7-6138-F908802C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41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4B86B-49FE-3AAC-0099-F9175116D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7B913-1E72-7BF6-D823-6FBA952C3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F29A-9745-954D-7A11-62FEEB46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ABF0-7FE8-238A-93D4-99FAB405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F0754-BEE5-F9AD-BC65-E69D45C4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5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EBF8E-0490-2FC9-B44B-F7317791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EDA4F-604D-5BCB-FE08-75D34E8EA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D035-A0B5-853F-026D-56ABF2C45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D899A-7C8C-48A6-B935-C94A896BF1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03A6B-A7D8-A3C2-09DD-499991FD5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39F50-2DC4-1F15-898D-BE3B1439D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C94C4-A91B-4026-A881-47522E2E4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70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E5915-4E05-BBE3-D9A6-F44355308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b="1" u="sng">
                <a:solidFill>
                  <a:srgbClr val="FFFFFF"/>
                </a:solidFill>
              </a:rPr>
              <a:t>2.1 In-Class Activity: Penetration Testing Tools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55571-C5D8-BA68-BB93-F531B83F5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sz="2000" b="1">
                <a:solidFill>
                  <a:srgbClr val="FFFFFF"/>
                </a:solidFill>
              </a:rPr>
              <a:t>By: Charles Meredith</a:t>
            </a:r>
          </a:p>
          <a:p>
            <a:pPr algn="r"/>
            <a:r>
              <a:rPr lang="en-US" sz="2000" b="1">
                <a:solidFill>
                  <a:srgbClr val="FFFFFF"/>
                </a:solidFill>
              </a:rPr>
              <a:t>CYB 410L</a:t>
            </a:r>
          </a:p>
          <a:p>
            <a:pPr algn="r"/>
            <a:r>
              <a:rPr lang="en-US" sz="2000" b="1">
                <a:solidFill>
                  <a:srgbClr val="FFFFFF"/>
                </a:solidFill>
              </a:rPr>
              <a:t>05/14/2026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6971D-1C60-278E-1965-9C5458770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u="sng"/>
              <a:t>Overview of Metasploit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16B8-66CF-2282-0D62-EB0ABFC88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/>
              <a:t>Metasploit is multi tool as far as penetration testing goes.</a:t>
            </a:r>
          </a:p>
          <a:p>
            <a:pPr>
              <a:buFontTx/>
              <a:buChar char="-"/>
            </a:pPr>
            <a:r>
              <a:rPr lang="en-US" sz="2000" b="1"/>
              <a:t>It is an open-source tool, but there is a pro version that requires subscription.</a:t>
            </a:r>
          </a:p>
          <a:p>
            <a:pPr>
              <a:buFontTx/>
              <a:buChar char="-"/>
            </a:pPr>
            <a:r>
              <a:rPr lang="en-US" sz="2000" b="1"/>
              <a:t>Mainly used as a scanning tool but can also deliver exploits and be used to search for exploits.</a:t>
            </a:r>
          </a:p>
          <a:p>
            <a:pPr>
              <a:buFontTx/>
              <a:buChar char="-"/>
            </a:pPr>
            <a:r>
              <a:rPr lang="en-US" sz="2000" b="1"/>
              <a:t>Runs on all major platforms including Linux, Windows and MacOS.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174D14-1D26-C715-3ED9-363431FB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4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2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80CA4-FBE2-3757-286B-B53B4FB7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anchor="ctr">
            <a:normAutofit/>
          </a:bodyPr>
          <a:lstStyle/>
          <a:p>
            <a:r>
              <a:rPr lang="en-US" sz="4000" b="1" u="sng"/>
              <a:t>Capabilities and Features of Metasploit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B874-BD86-AB8A-0AAE-AEBAEA4AF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878" y="310896"/>
            <a:ext cx="5257800" cy="2121407"/>
          </a:xfrm>
        </p:spPr>
        <p:txBody>
          <a:bodyPr anchor="ctr">
            <a:normAutofit/>
          </a:bodyPr>
          <a:lstStyle/>
          <a:p>
            <a:r>
              <a:rPr lang="en-US" sz="1100" b="1"/>
              <a:t>The capabilities of Metasploit Framework as multitudinous.</a:t>
            </a:r>
          </a:p>
          <a:p>
            <a:pPr>
              <a:buFontTx/>
              <a:buChar char="-"/>
            </a:pPr>
            <a:r>
              <a:rPr lang="en-US" sz="1100" b="1"/>
              <a:t>Can be used for Port Discovery scanning</a:t>
            </a:r>
          </a:p>
          <a:p>
            <a:pPr>
              <a:buFontTx/>
              <a:buChar char="-"/>
            </a:pPr>
            <a:r>
              <a:rPr lang="en-US" sz="1100" b="1"/>
              <a:t>Service Identification scanning</a:t>
            </a:r>
          </a:p>
          <a:p>
            <a:pPr>
              <a:buFontTx/>
              <a:buChar char="-"/>
            </a:pPr>
            <a:r>
              <a:rPr lang="en-US" sz="1100" b="1"/>
              <a:t>Vulnerability validation through database search of exploits</a:t>
            </a:r>
          </a:p>
          <a:p>
            <a:pPr>
              <a:buFontTx/>
              <a:buChar char="-"/>
            </a:pPr>
            <a:r>
              <a:rPr lang="en-US" sz="1100" b="1"/>
              <a:t>Attackers/Defenders can exploit databases using this framework</a:t>
            </a:r>
          </a:p>
          <a:p>
            <a:pPr>
              <a:buFontTx/>
              <a:buChar char="-"/>
            </a:pPr>
            <a:r>
              <a:rPr lang="en-US" sz="1100" b="1"/>
              <a:t>Red-team/Attackers can use meterpreter to create runnable payloads</a:t>
            </a:r>
          </a:p>
          <a:p>
            <a:pPr>
              <a:buFontTx/>
              <a:buChar char="-"/>
            </a:pPr>
            <a:r>
              <a:rPr lang="en-US" sz="1100" b="1"/>
              <a:t>Offers post-exploitation tools as well such as reverse shells</a:t>
            </a:r>
          </a:p>
          <a:p>
            <a:pPr>
              <a:buFontTx/>
              <a:buChar char="-"/>
            </a:pPr>
            <a:endParaRPr lang="en-US" sz="1100" b="1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CB79D20-69C0-48CD-0768-29CEC7F1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62" b="-1"/>
          <a:stretch>
            <a:fillRect/>
          </a:stretch>
        </p:blipFill>
        <p:spPr>
          <a:xfrm>
            <a:off x="20" y="2743201"/>
            <a:ext cx="12191979" cy="4114799"/>
          </a:xfrm>
          <a:prstGeom prst="rect">
            <a:avLst/>
          </a:prstGeom>
          <a:effectLst>
            <a:innerShdw blurRad="190500" dist="127000" dir="16200000">
              <a:prstClr val="black">
                <a:alpha val="19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1916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749D6-B390-D9FB-89FC-7A7AFD3FC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anchor="ctr">
            <a:normAutofit/>
          </a:bodyPr>
          <a:lstStyle/>
          <a:p>
            <a:r>
              <a:rPr lang="en-US" sz="4000" b="1" u="sng"/>
              <a:t>Requirements to use Metasploit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C24F-ADA3-D1EB-74C1-35CF04AF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8878" y="310896"/>
            <a:ext cx="5257800" cy="2121407"/>
          </a:xfrm>
        </p:spPr>
        <p:txBody>
          <a:bodyPr anchor="ctr">
            <a:normAutofit/>
          </a:bodyPr>
          <a:lstStyle/>
          <a:p>
            <a:r>
              <a:rPr lang="en-US" sz="1400" b="1"/>
              <a:t>To carry out exploitations you will usually need the Local Host(LHOST) and Remote Host(RHOST) set. </a:t>
            </a:r>
          </a:p>
          <a:p>
            <a:r>
              <a:rPr lang="en-US" sz="1400" b="1"/>
              <a:t>Users would also need to set the Local Port(LPORT) set </a:t>
            </a:r>
          </a:p>
          <a:p>
            <a:r>
              <a:rPr lang="en-US" sz="1400" b="1"/>
              <a:t>Users would also need to set the Remote Port(RPORT) if not using MSF venom to create your initial payload.</a:t>
            </a:r>
          </a:p>
          <a:p>
            <a:r>
              <a:rPr lang="en-US" sz="1400" b="1"/>
              <a:t> Users would also need to set a receiver(listener) to allow for exploit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E3988-F31C-2415-75D1-AE25C438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18" b="19855"/>
          <a:stretch>
            <a:fillRect/>
          </a:stretch>
        </p:blipFill>
        <p:spPr>
          <a:xfrm>
            <a:off x="20" y="2743201"/>
            <a:ext cx="12191979" cy="4114799"/>
          </a:xfrm>
          <a:prstGeom prst="rect">
            <a:avLst/>
          </a:prstGeom>
          <a:effectLst>
            <a:innerShdw blurRad="190500" dist="127000" dir="16200000">
              <a:prstClr val="black">
                <a:alpha val="19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5607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6F0E-69C6-C384-7CA2-7EADD6A8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b="1" u="sng"/>
              <a:t>Outcome of successful use of Metasploit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1451-0BFC-247E-BC4B-D3FFC850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b="1"/>
              <a:t>Outcome of a successful use would be a session open confirmation. </a:t>
            </a:r>
          </a:p>
          <a:p>
            <a:r>
              <a:rPr lang="en-US" sz="2000" b="1"/>
              <a:t>It would change the prompt to an active shell once the local listener for the reverse connection is established.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1717C-6F10-855F-BF41-1A1CBA6A8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" r="33164"/>
          <a:stretch>
            <a:fillRect/>
          </a:stretch>
        </p:blipFill>
        <p:spPr>
          <a:xfrm>
            <a:off x="5086726" y="10"/>
            <a:ext cx="7105273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2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C3088-CD23-6AA3-BE9F-DF398802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 b="1" u="sng"/>
              <a:t>What is needed to mitigate the effects of this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59DE-9F13-6F11-1B82-914E5D74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To mitigate the effects of this tool you can do a defense in depth or layered security:</a:t>
            </a:r>
          </a:p>
          <a:p>
            <a:pPr>
              <a:buFontTx/>
              <a:buChar char="-"/>
            </a:pPr>
            <a:r>
              <a:rPr lang="en-US" sz="2000" b="1" dirty="0"/>
              <a:t>Endpoint and Memory Protection or blocking payloads</a:t>
            </a:r>
          </a:p>
          <a:p>
            <a:pPr>
              <a:buFontTx/>
              <a:buChar char="-"/>
            </a:pPr>
            <a:r>
              <a:rPr lang="en-US" sz="2000" b="1" dirty="0"/>
              <a:t>Antiviral exclusions that will detect MSF venom executables</a:t>
            </a:r>
          </a:p>
          <a:p>
            <a:pPr>
              <a:buFontTx/>
              <a:buChar char="-"/>
            </a:pPr>
            <a:r>
              <a:rPr lang="en-US" sz="2000" b="1" dirty="0"/>
              <a:t>Plain-text payload scanning </a:t>
            </a:r>
          </a:p>
        </p:txBody>
      </p:sp>
      <p:pic>
        <p:nvPicPr>
          <p:cNvPr id="4" name="Picture 3" descr="A computer screen with green text&#10;&#10;AI-generated content may be incorrect.">
            <a:extLst>
              <a:ext uri="{FF2B5EF4-FFF2-40B4-BE49-F238E27FC236}">
                <a16:creationId xmlns:a16="http://schemas.microsoft.com/office/drawing/2014/main" id="{D89F3488-422B-57F6-81F2-F09502136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94" r="3357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0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81C0-37D6-BCFA-61D5-34373AF5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 b="1" u="sng"/>
              <a:t>Location of Metasploit in Parrot 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C5E23-D35E-8173-5130-47091C403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384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8ABF5-6B02-EAD1-6B48-58D784550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Go to Applications</a:t>
            </a:r>
          </a:p>
          <a:p>
            <a:r>
              <a:rPr lang="en-US" sz="2000" b="1" dirty="0"/>
              <a:t>Hover over Pen testing tools </a:t>
            </a:r>
          </a:p>
          <a:p>
            <a:r>
              <a:rPr lang="en-US" sz="2000" b="1" dirty="0"/>
              <a:t>Find exploitation tools </a:t>
            </a:r>
          </a:p>
          <a:p>
            <a:r>
              <a:rPr lang="en-US" sz="2000" b="1" dirty="0"/>
              <a:t>Select Metasploit framework</a:t>
            </a:r>
          </a:p>
        </p:txBody>
      </p:sp>
    </p:spTree>
    <p:extLst>
      <p:ext uri="{BB962C8B-B14F-4D97-AF65-F5344CB8AC3E}">
        <p14:creationId xmlns:p14="http://schemas.microsoft.com/office/powerpoint/2010/main" val="62134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316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2.1 In-Class Activity: Penetration Testing Tools</vt:lpstr>
      <vt:lpstr>Overview of Metasploit</vt:lpstr>
      <vt:lpstr>Capabilities and Features of Metasploit</vt:lpstr>
      <vt:lpstr>Requirements to use Metasploit</vt:lpstr>
      <vt:lpstr>Outcome of successful use of Metasploit</vt:lpstr>
      <vt:lpstr>What is needed to mitigate the effects of this tool</vt:lpstr>
      <vt:lpstr>Location of Metasploit in Parrot 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VB-Meredith, Charles (Virginia Beach)</dc:creator>
  <cp:lastModifiedBy>VB-Meredith, Charles (Virginia Beach)</cp:lastModifiedBy>
  <cp:revision>1</cp:revision>
  <dcterms:created xsi:type="dcterms:W3CDTF">2026-05-14T22:09:48Z</dcterms:created>
  <dcterms:modified xsi:type="dcterms:W3CDTF">2026-05-14T22:34:38Z</dcterms:modified>
</cp:coreProperties>
</file>