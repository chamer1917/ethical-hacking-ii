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A641E9-B241-4766-BE31-C6F0633ECEEF}" v="9" dt="2026-05-20T23:50:55.4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B-Meredith, Charles (Virginia Beach)" userId="816d316b-6d12-4f1e-b3ac-3b960a01f1dd" providerId="ADAL" clId="{0AEF0F41-105C-40BA-8B28-B75AEA2BDD1D}"/>
    <pc:docChg chg="custSel addSld modSld">
      <pc:chgData name="VB-Meredith, Charles (Virginia Beach)" userId="816d316b-6d12-4f1e-b3ac-3b960a01f1dd" providerId="ADAL" clId="{0AEF0F41-105C-40BA-8B28-B75AEA2BDD1D}" dt="2026-05-20T23:53:36.531" v="2289" actId="20577"/>
      <pc:docMkLst>
        <pc:docMk/>
      </pc:docMkLst>
      <pc:sldChg chg="addSp delSp modSp mod modMedia setBg delAnim">
        <pc:chgData name="VB-Meredith, Charles (Virginia Beach)" userId="816d316b-6d12-4f1e-b3ac-3b960a01f1dd" providerId="ADAL" clId="{0AEF0F41-105C-40BA-8B28-B75AEA2BDD1D}" dt="2026-05-20T23:31:09.375" v="397" actId="26606"/>
        <pc:sldMkLst>
          <pc:docMk/>
          <pc:sldMk cId="827677479" sldId="256"/>
        </pc:sldMkLst>
        <pc:spChg chg="mod">
          <ac:chgData name="VB-Meredith, Charles (Virginia Beach)" userId="816d316b-6d12-4f1e-b3ac-3b960a01f1dd" providerId="ADAL" clId="{0AEF0F41-105C-40BA-8B28-B75AEA2BDD1D}" dt="2026-05-20T23:31:09.375" v="397" actId="26606"/>
          <ac:spMkLst>
            <pc:docMk/>
            <pc:sldMk cId="827677479" sldId="256"/>
            <ac:spMk id="2" creationId="{3709329D-CD55-8643-EA89-A379C8103B8C}"/>
          </ac:spMkLst>
        </pc:spChg>
        <pc:spChg chg="mod">
          <ac:chgData name="VB-Meredith, Charles (Virginia Beach)" userId="816d316b-6d12-4f1e-b3ac-3b960a01f1dd" providerId="ADAL" clId="{0AEF0F41-105C-40BA-8B28-B75AEA2BDD1D}" dt="2026-05-20T23:31:09.375" v="397" actId="26606"/>
          <ac:spMkLst>
            <pc:docMk/>
            <pc:sldMk cId="827677479" sldId="256"/>
            <ac:spMk id="3" creationId="{677F81C0-D306-F2C0-3B62-B168BB56F583}"/>
          </ac:spMkLst>
        </pc:spChg>
        <pc:spChg chg="add del">
          <ac:chgData name="VB-Meredith, Charles (Virginia Beach)" userId="816d316b-6d12-4f1e-b3ac-3b960a01f1dd" providerId="ADAL" clId="{0AEF0F41-105C-40BA-8B28-B75AEA2BDD1D}" dt="2026-05-20T23:30:49.987" v="395" actId="26606"/>
          <ac:spMkLst>
            <pc:docMk/>
            <pc:sldMk cId="827677479" sldId="256"/>
            <ac:spMk id="9" creationId="{C1DD1A8A-57D5-4A81-AD04-532B043C5611}"/>
          </ac:spMkLst>
        </pc:spChg>
        <pc:spChg chg="add del">
          <ac:chgData name="VB-Meredith, Charles (Virginia Beach)" userId="816d316b-6d12-4f1e-b3ac-3b960a01f1dd" providerId="ADAL" clId="{0AEF0F41-105C-40BA-8B28-B75AEA2BDD1D}" dt="2026-05-20T23:30:49.987" v="395" actId="26606"/>
          <ac:spMkLst>
            <pc:docMk/>
            <pc:sldMk cId="827677479" sldId="256"/>
            <ac:spMk id="11" creationId="{007891EC-4501-44ED-A8C8-B11B6DB767AB}"/>
          </ac:spMkLst>
        </pc:spChg>
        <pc:spChg chg="add">
          <ac:chgData name="VB-Meredith, Charles (Virginia Beach)" userId="816d316b-6d12-4f1e-b3ac-3b960a01f1dd" providerId="ADAL" clId="{0AEF0F41-105C-40BA-8B28-B75AEA2BDD1D}" dt="2026-05-20T23:30:49.987" v="395" actId="26606"/>
          <ac:spMkLst>
            <pc:docMk/>
            <pc:sldMk cId="827677479" sldId="256"/>
            <ac:spMk id="16" creationId="{A4E37431-20F0-4DD6-84A9-ED2B644943A2}"/>
          </ac:spMkLst>
        </pc:spChg>
        <pc:spChg chg="add del">
          <ac:chgData name="VB-Meredith, Charles (Virginia Beach)" userId="816d316b-6d12-4f1e-b3ac-3b960a01f1dd" providerId="ADAL" clId="{0AEF0F41-105C-40BA-8B28-B75AEA2BDD1D}" dt="2026-05-20T23:31:09.375" v="397" actId="26606"/>
          <ac:spMkLst>
            <pc:docMk/>
            <pc:sldMk cId="827677479" sldId="256"/>
            <ac:spMk id="18" creationId="{0AE98B72-66C6-4AB4-AF0D-BA830DE86393}"/>
          </ac:spMkLst>
        </pc:spChg>
        <pc:spChg chg="add">
          <ac:chgData name="VB-Meredith, Charles (Virginia Beach)" userId="816d316b-6d12-4f1e-b3ac-3b960a01f1dd" providerId="ADAL" clId="{0AEF0F41-105C-40BA-8B28-B75AEA2BDD1D}" dt="2026-05-20T23:30:49.987" v="395" actId="26606"/>
          <ac:spMkLst>
            <pc:docMk/>
            <pc:sldMk cId="827677479" sldId="256"/>
            <ac:spMk id="20" creationId="{407EAFC6-733F-403D-BB4D-05A3A28742F1}"/>
          </ac:spMkLst>
        </pc:spChg>
        <pc:spChg chg="add del">
          <ac:chgData name="VB-Meredith, Charles (Virginia Beach)" userId="816d316b-6d12-4f1e-b3ac-3b960a01f1dd" providerId="ADAL" clId="{0AEF0F41-105C-40BA-8B28-B75AEA2BDD1D}" dt="2026-05-20T23:31:09.375" v="397" actId="26606"/>
          <ac:spMkLst>
            <pc:docMk/>
            <pc:sldMk cId="827677479" sldId="256"/>
            <ac:spMk id="22" creationId="{17A36730-4CB0-4F61-AD11-A44C9765833F}"/>
          </ac:spMkLst>
        </pc:spChg>
        <pc:spChg chg="add del">
          <ac:chgData name="VB-Meredith, Charles (Virginia Beach)" userId="816d316b-6d12-4f1e-b3ac-3b960a01f1dd" providerId="ADAL" clId="{0AEF0F41-105C-40BA-8B28-B75AEA2BDD1D}" dt="2026-05-20T23:31:09.375" v="397" actId="26606"/>
          <ac:spMkLst>
            <pc:docMk/>
            <pc:sldMk cId="827677479" sldId="256"/>
            <ac:spMk id="24" creationId="{C69C79E1-F916-4929-A4F3-DE763D4BFA57}"/>
          </ac:spMkLst>
        </pc:spChg>
        <pc:spChg chg="add del">
          <ac:chgData name="VB-Meredith, Charles (Virginia Beach)" userId="816d316b-6d12-4f1e-b3ac-3b960a01f1dd" providerId="ADAL" clId="{0AEF0F41-105C-40BA-8B28-B75AEA2BDD1D}" dt="2026-05-20T23:31:09.375" v="397" actId="26606"/>
          <ac:spMkLst>
            <pc:docMk/>
            <pc:sldMk cId="827677479" sldId="256"/>
            <ac:spMk id="26" creationId="{767334AB-16BD-4EC7-8C6B-4B5171600933}"/>
          </ac:spMkLst>
        </pc:spChg>
        <pc:spChg chg="add">
          <ac:chgData name="VB-Meredith, Charles (Virginia Beach)" userId="816d316b-6d12-4f1e-b3ac-3b960a01f1dd" providerId="ADAL" clId="{0AEF0F41-105C-40BA-8B28-B75AEA2BDD1D}" dt="2026-05-20T23:31:09.375" v="397" actId="26606"/>
          <ac:spMkLst>
            <pc:docMk/>
            <pc:sldMk cId="827677479" sldId="256"/>
            <ac:spMk id="31" creationId="{43C48B49-6135-48B6-AC0F-97E5D8D1F03F}"/>
          </ac:spMkLst>
        </pc:spChg>
        <pc:spChg chg="add">
          <ac:chgData name="VB-Meredith, Charles (Virginia Beach)" userId="816d316b-6d12-4f1e-b3ac-3b960a01f1dd" providerId="ADAL" clId="{0AEF0F41-105C-40BA-8B28-B75AEA2BDD1D}" dt="2026-05-20T23:31:09.375" v="397" actId="26606"/>
          <ac:spMkLst>
            <pc:docMk/>
            <pc:sldMk cId="827677479" sldId="256"/>
            <ac:spMk id="33" creationId="{9715DAF0-AE1B-46C9-8A6B-DB2AA05AB91D}"/>
          </ac:spMkLst>
        </pc:spChg>
        <pc:spChg chg="add">
          <ac:chgData name="VB-Meredith, Charles (Virginia Beach)" userId="816d316b-6d12-4f1e-b3ac-3b960a01f1dd" providerId="ADAL" clId="{0AEF0F41-105C-40BA-8B28-B75AEA2BDD1D}" dt="2026-05-20T23:31:09.375" v="397" actId="26606"/>
          <ac:spMkLst>
            <pc:docMk/>
            <pc:sldMk cId="827677479" sldId="256"/>
            <ac:spMk id="35" creationId="{DC631C0B-6DA6-4E57-8231-CE32B3434A7E}"/>
          </ac:spMkLst>
        </pc:spChg>
        <pc:spChg chg="add">
          <ac:chgData name="VB-Meredith, Charles (Virginia Beach)" userId="816d316b-6d12-4f1e-b3ac-3b960a01f1dd" providerId="ADAL" clId="{0AEF0F41-105C-40BA-8B28-B75AEA2BDD1D}" dt="2026-05-20T23:31:09.375" v="397" actId="26606"/>
          <ac:spMkLst>
            <pc:docMk/>
            <pc:sldMk cId="827677479" sldId="256"/>
            <ac:spMk id="37" creationId="{F256AC18-FB41-4977-8B0C-F5082335AB7D}"/>
          </ac:spMkLst>
        </pc:spChg>
        <pc:picChg chg="add del mod">
          <ac:chgData name="VB-Meredith, Charles (Virginia Beach)" userId="816d316b-6d12-4f1e-b3ac-3b960a01f1dd" providerId="ADAL" clId="{0AEF0F41-105C-40BA-8B28-B75AEA2BDD1D}" dt="2026-05-20T23:31:06.904" v="396" actId="478"/>
          <ac:picMkLst>
            <pc:docMk/>
            <pc:sldMk cId="827677479" sldId="256"/>
            <ac:picMk id="5" creationId="{58231707-0DD3-1D34-146D-48FA39F4AE6B}"/>
          </ac:picMkLst>
        </pc:picChg>
      </pc:sldChg>
      <pc:sldChg chg="addSp delSp modSp mod setBg">
        <pc:chgData name="VB-Meredith, Charles (Virginia Beach)" userId="816d316b-6d12-4f1e-b3ac-3b960a01f1dd" providerId="ADAL" clId="{0AEF0F41-105C-40BA-8B28-B75AEA2BDD1D}" dt="2026-05-20T23:41:23.301" v="785" actId="26606"/>
        <pc:sldMkLst>
          <pc:docMk/>
          <pc:sldMk cId="2296036699" sldId="257"/>
        </pc:sldMkLst>
        <pc:spChg chg="mod">
          <ac:chgData name="VB-Meredith, Charles (Virginia Beach)" userId="816d316b-6d12-4f1e-b3ac-3b960a01f1dd" providerId="ADAL" clId="{0AEF0F41-105C-40BA-8B28-B75AEA2BDD1D}" dt="2026-05-20T23:41:23.301" v="785" actId="26606"/>
          <ac:spMkLst>
            <pc:docMk/>
            <pc:sldMk cId="2296036699" sldId="257"/>
            <ac:spMk id="2" creationId="{387D76C2-434E-F40C-C3D2-1EFF33633B98}"/>
          </ac:spMkLst>
        </pc:spChg>
        <pc:spChg chg="mod">
          <ac:chgData name="VB-Meredith, Charles (Virginia Beach)" userId="816d316b-6d12-4f1e-b3ac-3b960a01f1dd" providerId="ADAL" clId="{0AEF0F41-105C-40BA-8B28-B75AEA2BDD1D}" dt="2026-05-20T23:41:23.301" v="785" actId="26606"/>
          <ac:spMkLst>
            <pc:docMk/>
            <pc:sldMk cId="2296036699" sldId="257"/>
            <ac:spMk id="3" creationId="{6CDF7A76-8D57-260A-0E31-D96F37413382}"/>
          </ac:spMkLst>
        </pc:spChg>
        <pc:spChg chg="add del">
          <ac:chgData name="VB-Meredith, Charles (Virginia Beach)" userId="816d316b-6d12-4f1e-b3ac-3b960a01f1dd" providerId="ADAL" clId="{0AEF0F41-105C-40BA-8B28-B75AEA2BDD1D}" dt="2026-05-20T23:41:23.301" v="785" actId="26606"/>
          <ac:spMkLst>
            <pc:docMk/>
            <pc:sldMk cId="2296036699" sldId="257"/>
            <ac:spMk id="8" creationId="{DEE2AD96-B495-4E06-9291-B71706F728CB}"/>
          </ac:spMkLst>
        </pc:spChg>
        <pc:spChg chg="add del">
          <ac:chgData name="VB-Meredith, Charles (Virginia Beach)" userId="816d316b-6d12-4f1e-b3ac-3b960a01f1dd" providerId="ADAL" clId="{0AEF0F41-105C-40BA-8B28-B75AEA2BDD1D}" dt="2026-05-20T23:41:23.301" v="785" actId="26606"/>
          <ac:spMkLst>
            <pc:docMk/>
            <pc:sldMk cId="2296036699" sldId="257"/>
            <ac:spMk id="10" creationId="{53CF6D67-C5A8-4ADD-9E8E-1E38CA1D3166}"/>
          </ac:spMkLst>
        </pc:spChg>
        <pc:spChg chg="add del">
          <ac:chgData name="VB-Meredith, Charles (Virginia Beach)" userId="816d316b-6d12-4f1e-b3ac-3b960a01f1dd" providerId="ADAL" clId="{0AEF0F41-105C-40BA-8B28-B75AEA2BDD1D}" dt="2026-05-20T23:41:23.301" v="785" actId="26606"/>
          <ac:spMkLst>
            <pc:docMk/>
            <pc:sldMk cId="2296036699" sldId="257"/>
            <ac:spMk id="12" creationId="{86909FA0-B515-4681-B7A8-FA281D133B94}"/>
          </ac:spMkLst>
        </pc:spChg>
        <pc:spChg chg="add del">
          <ac:chgData name="VB-Meredith, Charles (Virginia Beach)" userId="816d316b-6d12-4f1e-b3ac-3b960a01f1dd" providerId="ADAL" clId="{0AEF0F41-105C-40BA-8B28-B75AEA2BDD1D}" dt="2026-05-20T23:41:23.301" v="785" actId="26606"/>
          <ac:spMkLst>
            <pc:docMk/>
            <pc:sldMk cId="2296036699" sldId="257"/>
            <ac:spMk id="14" creationId="{21C9FE86-FCC3-4A31-AA1C-C882262B7FE7}"/>
          </ac:spMkLst>
        </pc:spChg>
        <pc:spChg chg="add del">
          <ac:chgData name="VB-Meredith, Charles (Virginia Beach)" userId="816d316b-6d12-4f1e-b3ac-3b960a01f1dd" providerId="ADAL" clId="{0AEF0F41-105C-40BA-8B28-B75AEA2BDD1D}" dt="2026-05-20T23:41:23.301" v="785" actId="26606"/>
          <ac:spMkLst>
            <pc:docMk/>
            <pc:sldMk cId="2296036699" sldId="257"/>
            <ac:spMk id="16" creationId="{7D96243B-ECED-4B71-8E06-AE9A285EAD20}"/>
          </ac:spMkLst>
        </pc:spChg>
        <pc:spChg chg="add del">
          <ac:chgData name="VB-Meredith, Charles (Virginia Beach)" userId="816d316b-6d12-4f1e-b3ac-3b960a01f1dd" providerId="ADAL" clId="{0AEF0F41-105C-40BA-8B28-B75AEA2BDD1D}" dt="2026-05-20T23:41:23.301" v="785" actId="26606"/>
          <ac:spMkLst>
            <pc:docMk/>
            <pc:sldMk cId="2296036699" sldId="257"/>
            <ac:spMk id="18" creationId="{A09989E4-EFDC-4A90-A633-E0525FB4139E}"/>
          </ac:spMkLst>
        </pc:spChg>
        <pc:spChg chg="add">
          <ac:chgData name="VB-Meredith, Charles (Virginia Beach)" userId="816d316b-6d12-4f1e-b3ac-3b960a01f1dd" providerId="ADAL" clId="{0AEF0F41-105C-40BA-8B28-B75AEA2BDD1D}" dt="2026-05-20T23:41:23.301" v="785" actId="26606"/>
          <ac:spMkLst>
            <pc:docMk/>
            <pc:sldMk cId="2296036699" sldId="257"/>
            <ac:spMk id="1031" creationId="{AF6CB648-9554-488A-B457-99CAAD1DA528}"/>
          </ac:spMkLst>
        </pc:spChg>
        <pc:spChg chg="add">
          <ac:chgData name="VB-Meredith, Charles (Virginia Beach)" userId="816d316b-6d12-4f1e-b3ac-3b960a01f1dd" providerId="ADAL" clId="{0AEF0F41-105C-40BA-8B28-B75AEA2BDD1D}" dt="2026-05-20T23:41:23.301" v="785" actId="26606"/>
          <ac:spMkLst>
            <pc:docMk/>
            <pc:sldMk cId="2296036699" sldId="257"/>
            <ac:spMk id="1033" creationId="{E3ADCBE7-9330-1CDA-00EB-CDD12DB722FF}"/>
          </ac:spMkLst>
        </pc:spChg>
        <pc:picChg chg="add">
          <ac:chgData name="VB-Meredith, Charles (Virginia Beach)" userId="816d316b-6d12-4f1e-b3ac-3b960a01f1dd" providerId="ADAL" clId="{0AEF0F41-105C-40BA-8B28-B75AEA2BDD1D}" dt="2026-05-20T23:41:17.453" v="784"/>
          <ac:picMkLst>
            <pc:docMk/>
            <pc:sldMk cId="2296036699" sldId="257"/>
            <ac:picMk id="1026" creationId="{F1683321-8AFE-0663-F39A-EEF084D1BDDB}"/>
          </ac:picMkLst>
        </pc:picChg>
      </pc:sldChg>
      <pc:sldChg chg="addSp delSp modSp mod setBg">
        <pc:chgData name="VB-Meredith, Charles (Virginia Beach)" userId="816d316b-6d12-4f1e-b3ac-3b960a01f1dd" providerId="ADAL" clId="{0AEF0F41-105C-40BA-8B28-B75AEA2BDD1D}" dt="2026-05-20T23:44:43.891" v="1036" actId="20577"/>
        <pc:sldMkLst>
          <pc:docMk/>
          <pc:sldMk cId="634995678" sldId="258"/>
        </pc:sldMkLst>
        <pc:spChg chg="mod">
          <ac:chgData name="VB-Meredith, Charles (Virginia Beach)" userId="816d316b-6d12-4f1e-b3ac-3b960a01f1dd" providerId="ADAL" clId="{0AEF0F41-105C-40BA-8B28-B75AEA2BDD1D}" dt="2026-05-20T23:41:44.867" v="787" actId="26606"/>
          <ac:spMkLst>
            <pc:docMk/>
            <pc:sldMk cId="634995678" sldId="258"/>
            <ac:spMk id="2" creationId="{1C9992DD-D89A-A4F1-AA10-5F764803191C}"/>
          </ac:spMkLst>
        </pc:spChg>
        <pc:spChg chg="mod ord">
          <ac:chgData name="VB-Meredith, Charles (Virginia Beach)" userId="816d316b-6d12-4f1e-b3ac-3b960a01f1dd" providerId="ADAL" clId="{0AEF0F41-105C-40BA-8B28-B75AEA2BDD1D}" dt="2026-05-20T23:44:43.891" v="1036" actId="20577"/>
          <ac:spMkLst>
            <pc:docMk/>
            <pc:sldMk cId="634995678" sldId="258"/>
            <ac:spMk id="3" creationId="{28A323B9-FB85-E4B9-E1B6-CE7871EC4183}"/>
          </ac:spMkLst>
        </pc:spChg>
        <pc:spChg chg="add del">
          <ac:chgData name="VB-Meredith, Charles (Virginia Beach)" userId="816d316b-6d12-4f1e-b3ac-3b960a01f1dd" providerId="ADAL" clId="{0AEF0F41-105C-40BA-8B28-B75AEA2BDD1D}" dt="2026-05-20T23:41:44.867" v="787" actId="26606"/>
          <ac:spMkLst>
            <pc:docMk/>
            <pc:sldMk cId="634995678" sldId="258"/>
            <ac:spMk id="8" creationId="{DEE2AD96-B495-4E06-9291-B71706F728CB}"/>
          </ac:spMkLst>
        </pc:spChg>
        <pc:spChg chg="add del">
          <ac:chgData name="VB-Meredith, Charles (Virginia Beach)" userId="816d316b-6d12-4f1e-b3ac-3b960a01f1dd" providerId="ADAL" clId="{0AEF0F41-105C-40BA-8B28-B75AEA2BDD1D}" dt="2026-05-20T23:41:44.867" v="787" actId="26606"/>
          <ac:spMkLst>
            <pc:docMk/>
            <pc:sldMk cId="634995678" sldId="258"/>
            <ac:spMk id="10" creationId="{53CF6D67-C5A8-4ADD-9E8E-1E38CA1D3166}"/>
          </ac:spMkLst>
        </pc:spChg>
        <pc:spChg chg="add del">
          <ac:chgData name="VB-Meredith, Charles (Virginia Beach)" userId="816d316b-6d12-4f1e-b3ac-3b960a01f1dd" providerId="ADAL" clId="{0AEF0F41-105C-40BA-8B28-B75AEA2BDD1D}" dt="2026-05-20T23:41:44.867" v="787" actId="26606"/>
          <ac:spMkLst>
            <pc:docMk/>
            <pc:sldMk cId="634995678" sldId="258"/>
            <ac:spMk id="12" creationId="{86909FA0-B515-4681-B7A8-FA281D133B94}"/>
          </ac:spMkLst>
        </pc:spChg>
        <pc:spChg chg="add del">
          <ac:chgData name="VB-Meredith, Charles (Virginia Beach)" userId="816d316b-6d12-4f1e-b3ac-3b960a01f1dd" providerId="ADAL" clId="{0AEF0F41-105C-40BA-8B28-B75AEA2BDD1D}" dt="2026-05-20T23:41:44.867" v="787" actId="26606"/>
          <ac:spMkLst>
            <pc:docMk/>
            <pc:sldMk cId="634995678" sldId="258"/>
            <ac:spMk id="14" creationId="{21C9FE86-FCC3-4A31-AA1C-C882262B7FE7}"/>
          </ac:spMkLst>
        </pc:spChg>
        <pc:spChg chg="add del">
          <ac:chgData name="VB-Meredith, Charles (Virginia Beach)" userId="816d316b-6d12-4f1e-b3ac-3b960a01f1dd" providerId="ADAL" clId="{0AEF0F41-105C-40BA-8B28-B75AEA2BDD1D}" dt="2026-05-20T23:41:44.867" v="787" actId="26606"/>
          <ac:spMkLst>
            <pc:docMk/>
            <pc:sldMk cId="634995678" sldId="258"/>
            <ac:spMk id="16" creationId="{7D96243B-ECED-4B71-8E06-AE9A285EAD20}"/>
          </ac:spMkLst>
        </pc:spChg>
        <pc:spChg chg="add del">
          <ac:chgData name="VB-Meredith, Charles (Virginia Beach)" userId="816d316b-6d12-4f1e-b3ac-3b960a01f1dd" providerId="ADAL" clId="{0AEF0F41-105C-40BA-8B28-B75AEA2BDD1D}" dt="2026-05-20T23:41:44.867" v="787" actId="26606"/>
          <ac:spMkLst>
            <pc:docMk/>
            <pc:sldMk cId="634995678" sldId="258"/>
            <ac:spMk id="18" creationId="{A09989E4-EFDC-4A90-A633-E0525FB4139E}"/>
          </ac:spMkLst>
        </pc:spChg>
        <pc:spChg chg="add">
          <ac:chgData name="VB-Meredith, Charles (Virginia Beach)" userId="816d316b-6d12-4f1e-b3ac-3b960a01f1dd" providerId="ADAL" clId="{0AEF0F41-105C-40BA-8B28-B75AEA2BDD1D}" dt="2026-05-20T23:41:44.867" v="787" actId="26606"/>
          <ac:spMkLst>
            <pc:docMk/>
            <pc:sldMk cId="634995678" sldId="258"/>
            <ac:spMk id="2055" creationId="{FE1EC756-41E9-4FD6-AD48-EF46A28137B7}"/>
          </ac:spMkLst>
        </pc:spChg>
        <pc:spChg chg="add">
          <ac:chgData name="VB-Meredith, Charles (Virginia Beach)" userId="816d316b-6d12-4f1e-b3ac-3b960a01f1dd" providerId="ADAL" clId="{0AEF0F41-105C-40BA-8B28-B75AEA2BDD1D}" dt="2026-05-20T23:41:44.867" v="787" actId="26606"/>
          <ac:spMkLst>
            <pc:docMk/>
            <pc:sldMk cId="634995678" sldId="258"/>
            <ac:spMk id="2057" creationId="{E66F6371-9EA5-9354-29DC-1D07B921F79C}"/>
          </ac:spMkLst>
        </pc:spChg>
        <pc:picChg chg="add">
          <ac:chgData name="VB-Meredith, Charles (Virginia Beach)" userId="816d316b-6d12-4f1e-b3ac-3b960a01f1dd" providerId="ADAL" clId="{0AEF0F41-105C-40BA-8B28-B75AEA2BDD1D}" dt="2026-05-20T23:41:41.387" v="786"/>
          <ac:picMkLst>
            <pc:docMk/>
            <pc:sldMk cId="634995678" sldId="258"/>
            <ac:picMk id="2050" creationId="{35682417-3246-9851-149E-4AF308FE73E3}"/>
          </ac:picMkLst>
        </pc:picChg>
      </pc:sldChg>
      <pc:sldChg chg="addSp delSp modSp mod setBg">
        <pc:chgData name="VB-Meredith, Charles (Virginia Beach)" userId="816d316b-6d12-4f1e-b3ac-3b960a01f1dd" providerId="ADAL" clId="{0AEF0F41-105C-40BA-8B28-B75AEA2BDD1D}" dt="2026-05-20T23:48:05.517" v="1424" actId="33524"/>
        <pc:sldMkLst>
          <pc:docMk/>
          <pc:sldMk cId="2876682094" sldId="259"/>
        </pc:sldMkLst>
        <pc:spChg chg="mod">
          <ac:chgData name="VB-Meredith, Charles (Virginia Beach)" userId="816d316b-6d12-4f1e-b3ac-3b960a01f1dd" providerId="ADAL" clId="{0AEF0F41-105C-40BA-8B28-B75AEA2BDD1D}" dt="2026-05-20T23:42:24.873" v="789" actId="26606"/>
          <ac:spMkLst>
            <pc:docMk/>
            <pc:sldMk cId="2876682094" sldId="259"/>
            <ac:spMk id="2" creationId="{D2AE3220-C760-BBDF-3AB2-2F8F4CB564F4}"/>
          </ac:spMkLst>
        </pc:spChg>
        <pc:spChg chg="del mod">
          <ac:chgData name="VB-Meredith, Charles (Virginia Beach)" userId="816d316b-6d12-4f1e-b3ac-3b960a01f1dd" providerId="ADAL" clId="{0AEF0F41-105C-40BA-8B28-B75AEA2BDD1D}" dt="2026-05-20T23:42:16.887" v="788"/>
          <ac:spMkLst>
            <pc:docMk/>
            <pc:sldMk cId="2876682094" sldId="259"/>
            <ac:spMk id="3" creationId="{26274E78-404B-2B3F-1468-FCFFE5729984}"/>
          </ac:spMkLst>
        </pc:spChg>
        <pc:spChg chg="add del">
          <ac:chgData name="VB-Meredith, Charles (Virginia Beach)" userId="816d316b-6d12-4f1e-b3ac-3b960a01f1dd" providerId="ADAL" clId="{0AEF0F41-105C-40BA-8B28-B75AEA2BDD1D}" dt="2026-05-20T23:42:24.873" v="789" actId="26606"/>
          <ac:spMkLst>
            <pc:docMk/>
            <pc:sldMk cId="2876682094" sldId="259"/>
            <ac:spMk id="8" creationId="{DEE2AD96-B495-4E06-9291-B71706F728CB}"/>
          </ac:spMkLst>
        </pc:spChg>
        <pc:spChg chg="add del">
          <ac:chgData name="VB-Meredith, Charles (Virginia Beach)" userId="816d316b-6d12-4f1e-b3ac-3b960a01f1dd" providerId="ADAL" clId="{0AEF0F41-105C-40BA-8B28-B75AEA2BDD1D}" dt="2026-05-20T23:42:24.873" v="789" actId="26606"/>
          <ac:spMkLst>
            <pc:docMk/>
            <pc:sldMk cId="2876682094" sldId="259"/>
            <ac:spMk id="10" creationId="{53CF6D67-C5A8-4ADD-9E8E-1E38CA1D3166}"/>
          </ac:spMkLst>
        </pc:spChg>
        <pc:spChg chg="add del">
          <ac:chgData name="VB-Meredith, Charles (Virginia Beach)" userId="816d316b-6d12-4f1e-b3ac-3b960a01f1dd" providerId="ADAL" clId="{0AEF0F41-105C-40BA-8B28-B75AEA2BDD1D}" dt="2026-05-20T23:42:24.873" v="789" actId="26606"/>
          <ac:spMkLst>
            <pc:docMk/>
            <pc:sldMk cId="2876682094" sldId="259"/>
            <ac:spMk id="12" creationId="{86909FA0-B515-4681-B7A8-FA281D133B94}"/>
          </ac:spMkLst>
        </pc:spChg>
        <pc:spChg chg="add del">
          <ac:chgData name="VB-Meredith, Charles (Virginia Beach)" userId="816d316b-6d12-4f1e-b3ac-3b960a01f1dd" providerId="ADAL" clId="{0AEF0F41-105C-40BA-8B28-B75AEA2BDD1D}" dt="2026-05-20T23:42:24.873" v="789" actId="26606"/>
          <ac:spMkLst>
            <pc:docMk/>
            <pc:sldMk cId="2876682094" sldId="259"/>
            <ac:spMk id="14" creationId="{21C9FE86-FCC3-4A31-AA1C-C882262B7FE7}"/>
          </ac:spMkLst>
        </pc:spChg>
        <pc:spChg chg="add del">
          <ac:chgData name="VB-Meredith, Charles (Virginia Beach)" userId="816d316b-6d12-4f1e-b3ac-3b960a01f1dd" providerId="ADAL" clId="{0AEF0F41-105C-40BA-8B28-B75AEA2BDD1D}" dt="2026-05-20T23:42:24.873" v="789" actId="26606"/>
          <ac:spMkLst>
            <pc:docMk/>
            <pc:sldMk cId="2876682094" sldId="259"/>
            <ac:spMk id="16" creationId="{7D96243B-ECED-4B71-8E06-AE9A285EAD20}"/>
          </ac:spMkLst>
        </pc:spChg>
        <pc:spChg chg="add del">
          <ac:chgData name="VB-Meredith, Charles (Virginia Beach)" userId="816d316b-6d12-4f1e-b3ac-3b960a01f1dd" providerId="ADAL" clId="{0AEF0F41-105C-40BA-8B28-B75AEA2BDD1D}" dt="2026-05-20T23:42:24.873" v="789" actId="26606"/>
          <ac:spMkLst>
            <pc:docMk/>
            <pc:sldMk cId="2876682094" sldId="259"/>
            <ac:spMk id="18" creationId="{A09989E4-EFDC-4A90-A633-E0525FB4139E}"/>
          </ac:spMkLst>
        </pc:spChg>
        <pc:spChg chg="add mod">
          <ac:chgData name="VB-Meredith, Charles (Virginia Beach)" userId="816d316b-6d12-4f1e-b3ac-3b960a01f1dd" providerId="ADAL" clId="{0AEF0F41-105C-40BA-8B28-B75AEA2BDD1D}" dt="2026-05-20T23:48:05.517" v="1424" actId="33524"/>
          <ac:spMkLst>
            <pc:docMk/>
            <pc:sldMk cId="2876682094" sldId="259"/>
            <ac:spMk id="3078" creationId="{BDFD11F8-2B40-95F9-0F85-96C1F6CF6F1E}"/>
          </ac:spMkLst>
        </pc:spChg>
        <pc:spChg chg="add">
          <ac:chgData name="VB-Meredith, Charles (Virginia Beach)" userId="816d316b-6d12-4f1e-b3ac-3b960a01f1dd" providerId="ADAL" clId="{0AEF0F41-105C-40BA-8B28-B75AEA2BDD1D}" dt="2026-05-20T23:42:24.873" v="789" actId="26606"/>
          <ac:spMkLst>
            <pc:docMk/>
            <pc:sldMk cId="2876682094" sldId="259"/>
            <ac:spMk id="3081" creationId="{AF6CB648-9554-488A-B457-99CAAD1DA528}"/>
          </ac:spMkLst>
        </pc:spChg>
        <pc:spChg chg="add">
          <ac:chgData name="VB-Meredith, Charles (Virginia Beach)" userId="816d316b-6d12-4f1e-b3ac-3b960a01f1dd" providerId="ADAL" clId="{0AEF0F41-105C-40BA-8B28-B75AEA2BDD1D}" dt="2026-05-20T23:42:24.873" v="789" actId="26606"/>
          <ac:spMkLst>
            <pc:docMk/>
            <pc:sldMk cId="2876682094" sldId="259"/>
            <ac:spMk id="3083" creationId="{E3ADCBE7-9330-1CDA-00EB-CDD12DB722FF}"/>
          </ac:spMkLst>
        </pc:spChg>
        <pc:picChg chg="add mod">
          <ac:chgData name="VB-Meredith, Charles (Virginia Beach)" userId="816d316b-6d12-4f1e-b3ac-3b960a01f1dd" providerId="ADAL" clId="{0AEF0F41-105C-40BA-8B28-B75AEA2BDD1D}" dt="2026-05-20T23:42:16.887" v="788"/>
          <ac:picMkLst>
            <pc:docMk/>
            <pc:sldMk cId="2876682094" sldId="259"/>
            <ac:picMk id="3074" creationId="{5A7EA538-2837-6883-5E86-85F0034CFA5B}"/>
          </ac:picMkLst>
        </pc:picChg>
      </pc:sldChg>
      <pc:sldChg chg="addSp delSp modSp mod setBg">
        <pc:chgData name="VB-Meredith, Charles (Virginia Beach)" userId="816d316b-6d12-4f1e-b3ac-3b960a01f1dd" providerId="ADAL" clId="{0AEF0F41-105C-40BA-8B28-B75AEA2BDD1D}" dt="2026-05-20T23:49:36.532" v="1829" actId="20577"/>
        <pc:sldMkLst>
          <pc:docMk/>
          <pc:sldMk cId="2141587721" sldId="260"/>
        </pc:sldMkLst>
        <pc:spChg chg="mod">
          <ac:chgData name="VB-Meredith, Charles (Virginia Beach)" userId="816d316b-6d12-4f1e-b3ac-3b960a01f1dd" providerId="ADAL" clId="{0AEF0F41-105C-40BA-8B28-B75AEA2BDD1D}" dt="2026-05-20T23:43:05.575" v="791" actId="26606"/>
          <ac:spMkLst>
            <pc:docMk/>
            <pc:sldMk cId="2141587721" sldId="260"/>
            <ac:spMk id="2" creationId="{77C2A83A-EC80-BF0F-969C-E75CEFC34FFD}"/>
          </ac:spMkLst>
        </pc:spChg>
        <pc:spChg chg="mod">
          <ac:chgData name="VB-Meredith, Charles (Virginia Beach)" userId="816d316b-6d12-4f1e-b3ac-3b960a01f1dd" providerId="ADAL" clId="{0AEF0F41-105C-40BA-8B28-B75AEA2BDD1D}" dt="2026-05-20T23:49:36.532" v="1829" actId="20577"/>
          <ac:spMkLst>
            <pc:docMk/>
            <pc:sldMk cId="2141587721" sldId="260"/>
            <ac:spMk id="3" creationId="{54E03FE1-0E83-D04C-5AE5-D10AD380468F}"/>
          </ac:spMkLst>
        </pc:spChg>
        <pc:spChg chg="add del">
          <ac:chgData name="VB-Meredith, Charles (Virginia Beach)" userId="816d316b-6d12-4f1e-b3ac-3b960a01f1dd" providerId="ADAL" clId="{0AEF0F41-105C-40BA-8B28-B75AEA2BDD1D}" dt="2026-05-20T23:43:05.575" v="791" actId="26606"/>
          <ac:spMkLst>
            <pc:docMk/>
            <pc:sldMk cId="2141587721" sldId="260"/>
            <ac:spMk id="8" creationId="{DEE2AD96-B495-4E06-9291-B71706F728CB}"/>
          </ac:spMkLst>
        </pc:spChg>
        <pc:spChg chg="add del">
          <ac:chgData name="VB-Meredith, Charles (Virginia Beach)" userId="816d316b-6d12-4f1e-b3ac-3b960a01f1dd" providerId="ADAL" clId="{0AEF0F41-105C-40BA-8B28-B75AEA2BDD1D}" dt="2026-05-20T23:43:05.575" v="791" actId="26606"/>
          <ac:spMkLst>
            <pc:docMk/>
            <pc:sldMk cId="2141587721" sldId="260"/>
            <ac:spMk id="10" creationId="{53CF6D67-C5A8-4ADD-9E8E-1E38CA1D3166}"/>
          </ac:spMkLst>
        </pc:spChg>
        <pc:spChg chg="add del">
          <ac:chgData name="VB-Meredith, Charles (Virginia Beach)" userId="816d316b-6d12-4f1e-b3ac-3b960a01f1dd" providerId="ADAL" clId="{0AEF0F41-105C-40BA-8B28-B75AEA2BDD1D}" dt="2026-05-20T23:43:05.575" v="791" actId="26606"/>
          <ac:spMkLst>
            <pc:docMk/>
            <pc:sldMk cId="2141587721" sldId="260"/>
            <ac:spMk id="12" creationId="{86909FA0-B515-4681-B7A8-FA281D133B94}"/>
          </ac:spMkLst>
        </pc:spChg>
        <pc:spChg chg="add del">
          <ac:chgData name="VB-Meredith, Charles (Virginia Beach)" userId="816d316b-6d12-4f1e-b3ac-3b960a01f1dd" providerId="ADAL" clId="{0AEF0F41-105C-40BA-8B28-B75AEA2BDD1D}" dt="2026-05-20T23:43:05.575" v="791" actId="26606"/>
          <ac:spMkLst>
            <pc:docMk/>
            <pc:sldMk cId="2141587721" sldId="260"/>
            <ac:spMk id="14" creationId="{21C9FE86-FCC3-4A31-AA1C-C882262B7FE7}"/>
          </ac:spMkLst>
        </pc:spChg>
        <pc:spChg chg="add del">
          <ac:chgData name="VB-Meredith, Charles (Virginia Beach)" userId="816d316b-6d12-4f1e-b3ac-3b960a01f1dd" providerId="ADAL" clId="{0AEF0F41-105C-40BA-8B28-B75AEA2BDD1D}" dt="2026-05-20T23:43:05.575" v="791" actId="26606"/>
          <ac:spMkLst>
            <pc:docMk/>
            <pc:sldMk cId="2141587721" sldId="260"/>
            <ac:spMk id="16" creationId="{7D96243B-ECED-4B71-8E06-AE9A285EAD20}"/>
          </ac:spMkLst>
        </pc:spChg>
        <pc:spChg chg="add del">
          <ac:chgData name="VB-Meredith, Charles (Virginia Beach)" userId="816d316b-6d12-4f1e-b3ac-3b960a01f1dd" providerId="ADAL" clId="{0AEF0F41-105C-40BA-8B28-B75AEA2BDD1D}" dt="2026-05-20T23:43:05.575" v="791" actId="26606"/>
          <ac:spMkLst>
            <pc:docMk/>
            <pc:sldMk cId="2141587721" sldId="260"/>
            <ac:spMk id="18" creationId="{A09989E4-EFDC-4A90-A633-E0525FB4139E}"/>
          </ac:spMkLst>
        </pc:spChg>
        <pc:spChg chg="add">
          <ac:chgData name="VB-Meredith, Charles (Virginia Beach)" userId="816d316b-6d12-4f1e-b3ac-3b960a01f1dd" providerId="ADAL" clId="{0AEF0F41-105C-40BA-8B28-B75AEA2BDD1D}" dt="2026-05-20T23:43:05.575" v="791" actId="26606"/>
          <ac:spMkLst>
            <pc:docMk/>
            <pc:sldMk cId="2141587721" sldId="260"/>
            <ac:spMk id="4103" creationId="{AF6CB648-9554-488A-B457-99CAAD1DA528}"/>
          </ac:spMkLst>
        </pc:spChg>
        <pc:spChg chg="add">
          <ac:chgData name="VB-Meredith, Charles (Virginia Beach)" userId="816d316b-6d12-4f1e-b3ac-3b960a01f1dd" providerId="ADAL" clId="{0AEF0F41-105C-40BA-8B28-B75AEA2BDD1D}" dt="2026-05-20T23:43:05.575" v="791" actId="26606"/>
          <ac:spMkLst>
            <pc:docMk/>
            <pc:sldMk cId="2141587721" sldId="260"/>
            <ac:spMk id="4105" creationId="{E3ADCBE7-9330-1CDA-00EB-CDD12DB722FF}"/>
          </ac:spMkLst>
        </pc:spChg>
        <pc:picChg chg="add">
          <ac:chgData name="VB-Meredith, Charles (Virginia Beach)" userId="816d316b-6d12-4f1e-b3ac-3b960a01f1dd" providerId="ADAL" clId="{0AEF0F41-105C-40BA-8B28-B75AEA2BDD1D}" dt="2026-05-20T23:43:00.411" v="790"/>
          <ac:picMkLst>
            <pc:docMk/>
            <pc:sldMk cId="2141587721" sldId="260"/>
            <ac:picMk id="4098" creationId="{58EE3779-B57E-EA71-2C12-426DAD5CA66F}"/>
          </ac:picMkLst>
        </pc:picChg>
      </pc:sldChg>
      <pc:sldChg chg="addSp delSp modSp mod setBg">
        <pc:chgData name="VB-Meredith, Charles (Virginia Beach)" userId="816d316b-6d12-4f1e-b3ac-3b960a01f1dd" providerId="ADAL" clId="{0AEF0F41-105C-40BA-8B28-B75AEA2BDD1D}" dt="2026-05-20T23:53:36.531" v="2289" actId="20577"/>
        <pc:sldMkLst>
          <pc:docMk/>
          <pc:sldMk cId="3124400795" sldId="261"/>
        </pc:sldMkLst>
        <pc:spChg chg="mod">
          <ac:chgData name="VB-Meredith, Charles (Virginia Beach)" userId="816d316b-6d12-4f1e-b3ac-3b960a01f1dd" providerId="ADAL" clId="{0AEF0F41-105C-40BA-8B28-B75AEA2BDD1D}" dt="2026-05-20T23:43:19.807" v="793" actId="26606"/>
          <ac:spMkLst>
            <pc:docMk/>
            <pc:sldMk cId="3124400795" sldId="261"/>
            <ac:spMk id="2" creationId="{BCBFAFC3-9A94-835D-19A6-08F19AF60F82}"/>
          </ac:spMkLst>
        </pc:spChg>
        <pc:spChg chg="del mod">
          <ac:chgData name="VB-Meredith, Charles (Virginia Beach)" userId="816d316b-6d12-4f1e-b3ac-3b960a01f1dd" providerId="ADAL" clId="{0AEF0F41-105C-40BA-8B28-B75AEA2BDD1D}" dt="2026-05-20T23:43:16.333" v="792"/>
          <ac:spMkLst>
            <pc:docMk/>
            <pc:sldMk cId="3124400795" sldId="261"/>
            <ac:spMk id="3" creationId="{AE211695-54E6-1DCB-3379-27769540EF5F}"/>
          </ac:spMkLst>
        </pc:spChg>
        <pc:spChg chg="add del">
          <ac:chgData name="VB-Meredith, Charles (Virginia Beach)" userId="816d316b-6d12-4f1e-b3ac-3b960a01f1dd" providerId="ADAL" clId="{0AEF0F41-105C-40BA-8B28-B75AEA2BDD1D}" dt="2026-05-20T23:43:19.807" v="793" actId="26606"/>
          <ac:spMkLst>
            <pc:docMk/>
            <pc:sldMk cId="3124400795" sldId="261"/>
            <ac:spMk id="8" creationId="{DEE2AD96-B495-4E06-9291-B71706F728CB}"/>
          </ac:spMkLst>
        </pc:spChg>
        <pc:spChg chg="add del">
          <ac:chgData name="VB-Meredith, Charles (Virginia Beach)" userId="816d316b-6d12-4f1e-b3ac-3b960a01f1dd" providerId="ADAL" clId="{0AEF0F41-105C-40BA-8B28-B75AEA2BDD1D}" dt="2026-05-20T23:43:19.807" v="793" actId="26606"/>
          <ac:spMkLst>
            <pc:docMk/>
            <pc:sldMk cId="3124400795" sldId="261"/>
            <ac:spMk id="10" creationId="{53CF6D67-C5A8-4ADD-9E8E-1E38CA1D3166}"/>
          </ac:spMkLst>
        </pc:spChg>
        <pc:spChg chg="add del">
          <ac:chgData name="VB-Meredith, Charles (Virginia Beach)" userId="816d316b-6d12-4f1e-b3ac-3b960a01f1dd" providerId="ADAL" clId="{0AEF0F41-105C-40BA-8B28-B75AEA2BDD1D}" dt="2026-05-20T23:43:19.807" v="793" actId="26606"/>
          <ac:spMkLst>
            <pc:docMk/>
            <pc:sldMk cId="3124400795" sldId="261"/>
            <ac:spMk id="12" creationId="{86909FA0-B515-4681-B7A8-FA281D133B94}"/>
          </ac:spMkLst>
        </pc:spChg>
        <pc:spChg chg="add del">
          <ac:chgData name="VB-Meredith, Charles (Virginia Beach)" userId="816d316b-6d12-4f1e-b3ac-3b960a01f1dd" providerId="ADAL" clId="{0AEF0F41-105C-40BA-8B28-B75AEA2BDD1D}" dt="2026-05-20T23:43:19.807" v="793" actId="26606"/>
          <ac:spMkLst>
            <pc:docMk/>
            <pc:sldMk cId="3124400795" sldId="261"/>
            <ac:spMk id="14" creationId="{21C9FE86-FCC3-4A31-AA1C-C882262B7FE7}"/>
          </ac:spMkLst>
        </pc:spChg>
        <pc:spChg chg="add del">
          <ac:chgData name="VB-Meredith, Charles (Virginia Beach)" userId="816d316b-6d12-4f1e-b3ac-3b960a01f1dd" providerId="ADAL" clId="{0AEF0F41-105C-40BA-8B28-B75AEA2BDD1D}" dt="2026-05-20T23:43:19.807" v="793" actId="26606"/>
          <ac:spMkLst>
            <pc:docMk/>
            <pc:sldMk cId="3124400795" sldId="261"/>
            <ac:spMk id="16" creationId="{7D96243B-ECED-4B71-8E06-AE9A285EAD20}"/>
          </ac:spMkLst>
        </pc:spChg>
        <pc:spChg chg="add del">
          <ac:chgData name="VB-Meredith, Charles (Virginia Beach)" userId="816d316b-6d12-4f1e-b3ac-3b960a01f1dd" providerId="ADAL" clId="{0AEF0F41-105C-40BA-8B28-B75AEA2BDD1D}" dt="2026-05-20T23:43:19.807" v="793" actId="26606"/>
          <ac:spMkLst>
            <pc:docMk/>
            <pc:sldMk cId="3124400795" sldId="261"/>
            <ac:spMk id="18" creationId="{A09989E4-EFDC-4A90-A633-E0525FB4139E}"/>
          </ac:spMkLst>
        </pc:spChg>
        <pc:spChg chg="add mod">
          <ac:chgData name="VB-Meredith, Charles (Virginia Beach)" userId="816d316b-6d12-4f1e-b3ac-3b960a01f1dd" providerId="ADAL" clId="{0AEF0F41-105C-40BA-8B28-B75AEA2BDD1D}" dt="2026-05-20T23:53:36.531" v="2289" actId="20577"/>
          <ac:spMkLst>
            <pc:docMk/>
            <pc:sldMk cId="3124400795" sldId="261"/>
            <ac:spMk id="5126" creationId="{53BF0CD7-E22A-8972-D548-B38B83F70548}"/>
          </ac:spMkLst>
        </pc:spChg>
        <pc:spChg chg="add">
          <ac:chgData name="VB-Meredith, Charles (Virginia Beach)" userId="816d316b-6d12-4f1e-b3ac-3b960a01f1dd" providerId="ADAL" clId="{0AEF0F41-105C-40BA-8B28-B75AEA2BDD1D}" dt="2026-05-20T23:43:19.807" v="793" actId="26606"/>
          <ac:spMkLst>
            <pc:docMk/>
            <pc:sldMk cId="3124400795" sldId="261"/>
            <ac:spMk id="5129" creationId="{AF6CB648-9554-488A-B457-99CAAD1DA528}"/>
          </ac:spMkLst>
        </pc:spChg>
        <pc:spChg chg="add">
          <ac:chgData name="VB-Meredith, Charles (Virginia Beach)" userId="816d316b-6d12-4f1e-b3ac-3b960a01f1dd" providerId="ADAL" clId="{0AEF0F41-105C-40BA-8B28-B75AEA2BDD1D}" dt="2026-05-20T23:43:19.807" v="793" actId="26606"/>
          <ac:spMkLst>
            <pc:docMk/>
            <pc:sldMk cId="3124400795" sldId="261"/>
            <ac:spMk id="5131" creationId="{E3ADCBE7-9330-1CDA-00EB-CDD12DB722FF}"/>
          </ac:spMkLst>
        </pc:spChg>
        <pc:picChg chg="add mod">
          <ac:chgData name="VB-Meredith, Charles (Virginia Beach)" userId="816d316b-6d12-4f1e-b3ac-3b960a01f1dd" providerId="ADAL" clId="{0AEF0F41-105C-40BA-8B28-B75AEA2BDD1D}" dt="2026-05-20T23:43:16.333" v="792"/>
          <ac:picMkLst>
            <pc:docMk/>
            <pc:sldMk cId="3124400795" sldId="261"/>
            <ac:picMk id="5122" creationId="{E20D69E7-CB78-4FD8-6B81-206767396EEC}"/>
          </ac:picMkLst>
        </pc:picChg>
      </pc:sldChg>
      <pc:sldChg chg="addSp modSp new mod setBg">
        <pc:chgData name="VB-Meredith, Charles (Virginia Beach)" userId="816d316b-6d12-4f1e-b3ac-3b960a01f1dd" providerId="ADAL" clId="{0AEF0F41-105C-40BA-8B28-B75AEA2BDD1D}" dt="2026-05-20T23:50:55.490" v="1832" actId="20577"/>
        <pc:sldMkLst>
          <pc:docMk/>
          <pc:sldMk cId="1677159662" sldId="262"/>
        </pc:sldMkLst>
        <pc:spChg chg="mod">
          <ac:chgData name="VB-Meredith, Charles (Virginia Beach)" userId="816d316b-6d12-4f1e-b3ac-3b960a01f1dd" providerId="ADAL" clId="{0AEF0F41-105C-40BA-8B28-B75AEA2BDD1D}" dt="2026-05-20T23:30:39.600" v="394" actId="26606"/>
          <ac:spMkLst>
            <pc:docMk/>
            <pc:sldMk cId="1677159662" sldId="262"/>
            <ac:spMk id="2" creationId="{350025A9-CA47-1059-5EAC-2D3731132BDF}"/>
          </ac:spMkLst>
        </pc:spChg>
        <pc:spChg chg="mod">
          <ac:chgData name="VB-Meredith, Charles (Virginia Beach)" userId="816d316b-6d12-4f1e-b3ac-3b960a01f1dd" providerId="ADAL" clId="{0AEF0F41-105C-40BA-8B28-B75AEA2BDD1D}" dt="2026-05-20T23:50:55.490" v="1832" actId="20577"/>
          <ac:spMkLst>
            <pc:docMk/>
            <pc:sldMk cId="1677159662" sldId="262"/>
            <ac:spMk id="3" creationId="{0BFEF3CD-E2EA-7A64-E0E3-8AC9165A00AE}"/>
          </ac:spMkLst>
        </pc:spChg>
        <pc:spChg chg="add">
          <ac:chgData name="VB-Meredith, Charles (Virginia Beach)" userId="816d316b-6d12-4f1e-b3ac-3b960a01f1dd" providerId="ADAL" clId="{0AEF0F41-105C-40BA-8B28-B75AEA2BDD1D}" dt="2026-05-20T23:30:39.600" v="394" actId="26606"/>
          <ac:spMkLst>
            <pc:docMk/>
            <pc:sldMk cId="1677159662" sldId="262"/>
            <ac:spMk id="8" creationId="{DEE2AD96-B495-4E06-9291-B71706F728CB}"/>
          </ac:spMkLst>
        </pc:spChg>
        <pc:spChg chg="add">
          <ac:chgData name="VB-Meredith, Charles (Virginia Beach)" userId="816d316b-6d12-4f1e-b3ac-3b960a01f1dd" providerId="ADAL" clId="{0AEF0F41-105C-40BA-8B28-B75AEA2BDD1D}" dt="2026-05-20T23:30:39.600" v="394" actId="26606"/>
          <ac:spMkLst>
            <pc:docMk/>
            <pc:sldMk cId="1677159662" sldId="262"/>
            <ac:spMk id="10" creationId="{53CF6D67-C5A8-4ADD-9E8E-1E38CA1D3166}"/>
          </ac:spMkLst>
        </pc:spChg>
        <pc:spChg chg="add">
          <ac:chgData name="VB-Meredith, Charles (Virginia Beach)" userId="816d316b-6d12-4f1e-b3ac-3b960a01f1dd" providerId="ADAL" clId="{0AEF0F41-105C-40BA-8B28-B75AEA2BDD1D}" dt="2026-05-20T23:30:39.600" v="394" actId="26606"/>
          <ac:spMkLst>
            <pc:docMk/>
            <pc:sldMk cId="1677159662" sldId="262"/>
            <ac:spMk id="12" creationId="{86909FA0-B515-4681-B7A8-FA281D133B94}"/>
          </ac:spMkLst>
        </pc:spChg>
        <pc:spChg chg="add">
          <ac:chgData name="VB-Meredith, Charles (Virginia Beach)" userId="816d316b-6d12-4f1e-b3ac-3b960a01f1dd" providerId="ADAL" clId="{0AEF0F41-105C-40BA-8B28-B75AEA2BDD1D}" dt="2026-05-20T23:30:39.600" v="394" actId="26606"/>
          <ac:spMkLst>
            <pc:docMk/>
            <pc:sldMk cId="1677159662" sldId="262"/>
            <ac:spMk id="14" creationId="{21C9FE86-FCC3-4A31-AA1C-C882262B7FE7}"/>
          </ac:spMkLst>
        </pc:spChg>
        <pc:spChg chg="add">
          <ac:chgData name="VB-Meredith, Charles (Virginia Beach)" userId="816d316b-6d12-4f1e-b3ac-3b960a01f1dd" providerId="ADAL" clId="{0AEF0F41-105C-40BA-8B28-B75AEA2BDD1D}" dt="2026-05-20T23:30:39.600" v="394" actId="26606"/>
          <ac:spMkLst>
            <pc:docMk/>
            <pc:sldMk cId="1677159662" sldId="262"/>
            <ac:spMk id="16" creationId="{7D96243B-ECED-4B71-8E06-AE9A285EAD20}"/>
          </ac:spMkLst>
        </pc:spChg>
        <pc:spChg chg="add">
          <ac:chgData name="VB-Meredith, Charles (Virginia Beach)" userId="816d316b-6d12-4f1e-b3ac-3b960a01f1dd" providerId="ADAL" clId="{0AEF0F41-105C-40BA-8B28-B75AEA2BDD1D}" dt="2026-05-20T23:30:39.600" v="394" actId="26606"/>
          <ac:spMkLst>
            <pc:docMk/>
            <pc:sldMk cId="1677159662" sldId="262"/>
            <ac:spMk id="18" creationId="{A09989E4-EFDC-4A90-A633-E0525FB4139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2A2C7-5322-06DB-ACC6-922BAD4252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3666A1-E86A-9724-AE7F-DBF3A73739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BB499-88E5-BE48-0D40-61CE3C394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83B0-D96B-449E-83CE-3EB0165237CE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38EEA-509C-D3B6-ABDA-C7E083845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C96A6-3A85-F638-900A-702027EAB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513-1F7A-45BB-8FC2-9EAEEF086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862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DABD7-69D9-8036-251B-DD62C18CF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43EF1-A6D7-0369-B864-DD1DA1EC2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22961-9083-4ACF-5506-81CC2EA3A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83B0-D96B-449E-83CE-3EB0165237CE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B1F4F-C826-E92C-5F17-9A189B0FB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76A43-DC8C-0D36-9033-92BE6FA21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513-1F7A-45BB-8FC2-9EAEEF086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930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ABE36-D86A-8B36-9AB9-978901262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93A4D5-8787-8E57-2646-2E646ABD3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749F3-422F-5969-3D9E-C1ABEADA8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83B0-D96B-449E-83CE-3EB0165237CE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ADE1B-7F73-9B4C-CA73-13B929F67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5EF31-7BA6-B6D0-C7B0-2531EA007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513-1F7A-45BB-8FC2-9EAEEF086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735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3403F-6FC3-906A-F7FB-80A1CB2A6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C9B4-A5A6-EF0B-8914-E59BD6DA7A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305CF9-EEAF-1100-4BD8-BCBAB2FCB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7C3EA-502B-3BA2-868E-90F2BE63B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83B0-D96B-449E-83CE-3EB0165237CE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C31A48-A6B7-AE6D-0CD5-1C96E9A51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D1B8D-2C70-4E9A-7AC9-EB9B13077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513-1F7A-45BB-8FC2-9EAEEF086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823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601FD-114B-1230-A3E9-D35422467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66A13-C370-0680-C82E-2FA49243C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F994BC-8C9B-3D3D-2AE7-AE2E0D93FB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4AC74D-171A-2A4B-E231-5D31463729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3D60E-7E9C-A3BE-7133-CE43D049A5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01E091-59AC-4A63-1E4B-76BCDA7DB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83B0-D96B-449E-83CE-3EB0165237CE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399C66-A5F6-0381-7AF6-B5DF316C2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3D7128-BBB5-416C-2FAF-6B19DA3AF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513-1F7A-45BB-8FC2-9EAEEF086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33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90B7B-C63E-2EF7-933D-ADE9D26F1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E7E109-4946-BD3C-7464-E87D10B0A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83B0-D96B-449E-83CE-3EB0165237CE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8A804-B0C2-1FFD-74C8-5E5491AA7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FEAF9F-E5DE-8BBC-B9A5-D0F5FAE44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513-1F7A-45BB-8FC2-9EAEEF086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893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85531F-99FA-2D08-DE8A-A82CF3E42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83B0-D96B-449E-83CE-3EB0165237CE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E95867-9C11-0AD9-E2E6-A036DEDA5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818C2-7BA9-5C38-EDA0-7F151293B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513-1F7A-45BB-8FC2-9EAEEF086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973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B689E-EA56-EA66-BB63-5320A3953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31790-15C8-DBFF-2492-0760CF9E1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56F61-7151-57F8-58F4-E35F97F2B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F003F-3833-06AA-F847-6C1227774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83B0-D96B-449E-83CE-3EB0165237CE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9B997-7E05-89B0-6BFB-7ECA6561E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883C6-D973-3DA4-34EF-284A204E0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513-1F7A-45BB-8FC2-9EAEEF086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696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27B93-623A-91EE-2D4F-072A98687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6FBFB5-F0C7-69EA-4CB6-5E0F30CB0A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4D2AFB-285F-7055-8214-5D13CB05B3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00137-1558-B1B2-6932-3321C064F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83B0-D96B-449E-83CE-3EB0165237CE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300D9-2CB5-D137-83E1-0DCB672E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68634-4D4B-6157-2010-9DF915666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513-1F7A-45BB-8FC2-9EAEEF086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00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82695-D581-999E-E716-580053C8E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96EA6E-EA53-84C3-5FE9-5FA02B4DC3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0972E-5751-4B98-8E76-E9DC36915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83B0-D96B-449E-83CE-3EB0165237CE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3F141-DA5D-F01F-BD99-E5712D8C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B811C-6C4F-FB08-8839-6A1DF9C4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513-1F7A-45BB-8FC2-9EAEEF086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31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C68E77-3B80-E3FE-237D-C885E27793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7C3D11-6CC7-CB0C-920B-E10F0BAC2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D14CA-EA5D-C0FB-DC71-7F54CFA9A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83B0-D96B-449E-83CE-3EB0165237CE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5E3AE-E98E-8334-38EA-4FD97F8DB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019FF-2557-59BF-B696-2A305F616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513-1F7A-45BB-8FC2-9EAEEF086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316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6919F8-2E4A-C976-B129-E85C33041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17E059-1325-C9C3-E246-0C5B91908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94EF6-D634-6276-4801-B2CC48EC09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3083B0-D96B-449E-83CE-3EB0165237CE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AB6F6-C033-E2E2-48F6-AB93D071DC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06ECD-540B-AC20-9432-01FA8B5C0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2BD513-1F7A-45BB-8FC2-9EAEEF086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757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undercattech.com/tcat_blog/deception-technology/" TargetMode="External"/><Relationship Id="rId2" Type="http://schemas.openxmlformats.org/officeDocument/2006/relationships/hyperlink" Target="https://adhdproject.github.io/#!Tools/Attribution/Decloak.m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09329D-CD55-8643-EA89-A379C8103B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9766" y="1146412"/>
            <a:ext cx="9014348" cy="2402006"/>
          </a:xfrm>
        </p:spPr>
        <p:txBody>
          <a:bodyPr anchor="b">
            <a:normAutofit/>
          </a:bodyPr>
          <a:lstStyle/>
          <a:p>
            <a:pPr algn="l"/>
            <a:r>
              <a:rPr lang="en-US" sz="4800" b="1" u="sng"/>
              <a:t>4.1 In-Class Activity: Active Defense Harbinger Distribution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7F81C0-D306-F2C0-3B62-B168BB56F5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9765" y="4892722"/>
            <a:ext cx="6387155" cy="1078173"/>
          </a:xfrm>
        </p:spPr>
        <p:txBody>
          <a:bodyPr anchor="ctr">
            <a:norm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By: Charles Meredith</a:t>
            </a:r>
          </a:p>
          <a:p>
            <a:pPr algn="l"/>
            <a:r>
              <a:rPr lang="en-US" sz="1700" b="1">
                <a:solidFill>
                  <a:srgbClr val="FFFFFF"/>
                </a:solidFill>
              </a:rPr>
              <a:t>CYB 410</a:t>
            </a:r>
          </a:p>
          <a:p>
            <a:pPr algn="l"/>
            <a:r>
              <a:rPr lang="en-US" sz="1700" b="1">
                <a:solidFill>
                  <a:srgbClr val="FFFFFF"/>
                </a:solidFill>
              </a:rPr>
              <a:t>05/20/2026</a:t>
            </a:r>
          </a:p>
        </p:txBody>
      </p:sp>
    </p:spTree>
    <p:extLst>
      <p:ext uri="{BB962C8B-B14F-4D97-AF65-F5344CB8AC3E}">
        <p14:creationId xmlns:p14="http://schemas.microsoft.com/office/powerpoint/2010/main" val="827677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Slide Background">
            <a:extLst>
              <a:ext uri="{FF2B5EF4-FFF2-40B4-BE49-F238E27FC236}">
                <a16:creationId xmlns:a16="http://schemas.microsoft.com/office/drawing/2014/main" id="{AF6CB648-9554-488A-B457-99CAAD1DA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E3ADCBE7-9330-1CDA-00EB-CDD12DB72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7D76C2-434E-F40C-C3D2-1EFF33633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240241"/>
            <a:ext cx="10760054" cy="1228299"/>
          </a:xfrm>
        </p:spPr>
        <p:txBody>
          <a:bodyPr>
            <a:normAutofit/>
          </a:bodyPr>
          <a:lstStyle/>
          <a:p>
            <a:r>
              <a:rPr lang="en-US" sz="4000" b="1" u="sng"/>
              <a:t>Brief Description of the Attribution Tool Decloak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F7A76-8D57-260A-0E31-D96F37413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321476"/>
            <a:ext cx="4864875" cy="3850724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The Decloak tool is a multi-faceted tool for cyber defense. </a:t>
            </a:r>
          </a:p>
          <a:p>
            <a:r>
              <a:rPr lang="en-US" sz="2000" b="1" dirty="0"/>
              <a:t>It identifies web user’s IP addresses by bypassing their proxy or privacy settings.</a:t>
            </a:r>
          </a:p>
          <a:p>
            <a:r>
              <a:rPr lang="en-US" sz="2000" b="1" dirty="0"/>
              <a:t>It accomplishes this by making the user’s browser execute client-side plugins that can communicate to the tracking server outside the proxy tunnel.</a:t>
            </a:r>
          </a:p>
        </p:txBody>
      </p:sp>
      <p:pic>
        <p:nvPicPr>
          <p:cNvPr id="1026" name="Picture 2" descr="Spy vs Spy by Patchwork Animation on Dribbble">
            <a:extLst>
              <a:ext uri="{FF2B5EF4-FFF2-40B4-BE49-F238E27FC236}">
                <a16:creationId xmlns:a16="http://schemas.microsoft.com/office/drawing/2014/main" id="{F1683321-8AFE-0663-F39A-EEF084D1B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85904" y="2321476"/>
            <a:ext cx="5093698" cy="3807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6036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Slide Background">
            <a:extLst>
              <a:ext uri="{FF2B5EF4-FFF2-40B4-BE49-F238E27FC236}">
                <a16:creationId xmlns:a16="http://schemas.microsoft.com/office/drawing/2014/main" id="{FE1EC756-41E9-4FD6-AD48-EF46A2813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E66F6371-9EA5-9354-29DC-1D07B921F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92DD-D89A-A4F1-AA10-5F764803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5" y="307447"/>
            <a:ext cx="10693884" cy="1109932"/>
          </a:xfrm>
        </p:spPr>
        <p:txBody>
          <a:bodyPr>
            <a:normAutofit/>
          </a:bodyPr>
          <a:lstStyle/>
          <a:p>
            <a:r>
              <a:rPr lang="en-US" sz="4000" b="1" u="sng"/>
              <a:t>What category does the tool fall under?</a:t>
            </a:r>
          </a:p>
        </p:txBody>
      </p:sp>
      <p:pic>
        <p:nvPicPr>
          <p:cNvPr id="2050" name="Picture 2" descr="Movie Night – Spy vs Spy – SkiMars Adventure Resort and Spa">
            <a:extLst>
              <a:ext uri="{FF2B5EF4-FFF2-40B4-BE49-F238E27FC236}">
                <a16:creationId xmlns:a16="http://schemas.microsoft.com/office/drawing/2014/main" id="{35682417-3246-9851-149E-4AF308FE7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6122" y="2377954"/>
            <a:ext cx="5804955" cy="373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323B9-FB85-E4B9-E1B6-CE7871EC4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0509" y="2357888"/>
            <a:ext cx="4265370" cy="3902635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The decloak tool falls under the Attribution and Deception Technology. </a:t>
            </a:r>
          </a:p>
          <a:p>
            <a:r>
              <a:rPr lang="en-US" sz="2000" b="1" dirty="0"/>
              <a:t>This just means that it falls under the category of a tool that uses digital traps, baiting and misdirection to catch hackers in the act. </a:t>
            </a:r>
          </a:p>
        </p:txBody>
      </p:sp>
    </p:spTree>
    <p:extLst>
      <p:ext uri="{BB962C8B-B14F-4D97-AF65-F5344CB8AC3E}">
        <p14:creationId xmlns:p14="http://schemas.microsoft.com/office/powerpoint/2010/main" val="634995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Slide Background">
            <a:extLst>
              <a:ext uri="{FF2B5EF4-FFF2-40B4-BE49-F238E27FC236}">
                <a16:creationId xmlns:a16="http://schemas.microsoft.com/office/drawing/2014/main" id="{AF6CB648-9554-488A-B457-99CAAD1DA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E3ADCBE7-9330-1CDA-00EB-CDD12DB72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E3220-C760-BBDF-3AB2-2F8F4CB56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240241"/>
            <a:ext cx="10760054" cy="1228299"/>
          </a:xfrm>
        </p:spPr>
        <p:txBody>
          <a:bodyPr>
            <a:normAutofit/>
          </a:bodyPr>
          <a:lstStyle/>
          <a:p>
            <a:r>
              <a:rPr lang="en-US" sz="4000" b="1" u="sng"/>
              <a:t>Should the capability of this tool be legal? Why or Why not?</a:t>
            </a:r>
          </a:p>
        </p:txBody>
      </p:sp>
      <p:sp>
        <p:nvSpPr>
          <p:cNvPr id="3078" name="Content Placeholder 3077">
            <a:extLst>
              <a:ext uri="{FF2B5EF4-FFF2-40B4-BE49-F238E27FC236}">
                <a16:creationId xmlns:a16="http://schemas.microsoft.com/office/drawing/2014/main" id="{BDFD11F8-2B40-95F9-0F85-96C1F6CF6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321476"/>
            <a:ext cx="4864875" cy="3850724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In the context of cyber defense then ultimately yes, this tool should be legal but with some restrictions in place to protect regular user privacy.</a:t>
            </a:r>
          </a:p>
          <a:p>
            <a:r>
              <a:rPr lang="en-US" sz="2000" b="1" dirty="0"/>
              <a:t>If not, then privacy protections will be violated, because this tool allows for cyber defenders to unmask threat actors even ones hiding behind proxy tunnels for anonymity. </a:t>
            </a:r>
          </a:p>
        </p:txBody>
      </p:sp>
      <p:pic>
        <p:nvPicPr>
          <p:cNvPr id="3074" name="Picture 2" descr="4o unable analyze a short Spy vs. Spy gif. : r/OpenAI">
            <a:extLst>
              <a:ext uri="{FF2B5EF4-FFF2-40B4-BE49-F238E27FC236}">
                <a16:creationId xmlns:a16="http://schemas.microsoft.com/office/drawing/2014/main" id="{5A7EA538-2837-6883-5E86-85F0034CF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43650" y="2773715"/>
            <a:ext cx="5178206" cy="2902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6682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Slide Background">
            <a:extLst>
              <a:ext uri="{FF2B5EF4-FFF2-40B4-BE49-F238E27FC236}">
                <a16:creationId xmlns:a16="http://schemas.microsoft.com/office/drawing/2014/main" id="{AF6CB648-9554-488A-B457-99CAAD1DA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E3ADCBE7-9330-1CDA-00EB-CDD12DB72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C2A83A-EC80-BF0F-969C-E75CEFC34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240241"/>
            <a:ext cx="10760054" cy="1228299"/>
          </a:xfrm>
        </p:spPr>
        <p:txBody>
          <a:bodyPr>
            <a:normAutofit/>
          </a:bodyPr>
          <a:lstStyle/>
          <a:p>
            <a:r>
              <a:rPr lang="en-US" sz="4000" b="1" u="sng"/>
              <a:t>Are you comfortable deploying this on a network that you are responsible for? Why or why not?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03FE1-0E83-D04C-5AE5-D10AD3804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321476"/>
            <a:ext cx="4864875" cy="3850724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I wouldn’t personally put some of these programs on my computer. </a:t>
            </a:r>
          </a:p>
          <a:p>
            <a:r>
              <a:rPr lang="en-US" sz="2000" b="1" dirty="0"/>
              <a:t>While some of the tools are nice, they also add another element of attack vector on your computer.</a:t>
            </a:r>
          </a:p>
          <a:p>
            <a:r>
              <a:rPr lang="en-US" sz="2000" b="1" dirty="0"/>
              <a:t>My reasoning behind this statement is that a lot of the tools use old, outdated and insecure protocols and technologies. </a:t>
            </a:r>
          </a:p>
          <a:p>
            <a:r>
              <a:rPr lang="en-US" sz="2000" b="1" dirty="0"/>
              <a:t>Your basically bringing legacy vulnerabilities into a secure system.</a:t>
            </a:r>
          </a:p>
        </p:txBody>
      </p:sp>
      <p:pic>
        <p:nvPicPr>
          <p:cNvPr id="4098" name="Picture 2" descr="Cloak GIFs | Tenor">
            <a:extLst>
              <a:ext uri="{FF2B5EF4-FFF2-40B4-BE49-F238E27FC236}">
                <a16:creationId xmlns:a16="http://schemas.microsoft.com/office/drawing/2014/main" id="{58EE3779-B57E-EA71-2C12-426DAD5CA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68892" y="2321476"/>
            <a:ext cx="5127722" cy="3807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1587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9" name="Slide Background">
            <a:extLst>
              <a:ext uri="{FF2B5EF4-FFF2-40B4-BE49-F238E27FC236}">
                <a16:creationId xmlns:a16="http://schemas.microsoft.com/office/drawing/2014/main" id="{AF6CB648-9554-488A-B457-99CAAD1DA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131" name="Rectangle 5130">
            <a:extLst>
              <a:ext uri="{FF2B5EF4-FFF2-40B4-BE49-F238E27FC236}">
                <a16:creationId xmlns:a16="http://schemas.microsoft.com/office/drawing/2014/main" id="{E3ADCBE7-9330-1CDA-00EB-CDD12DB72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BFAFC3-9A94-835D-19A6-08F19AF60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240241"/>
            <a:ext cx="10760054" cy="1228299"/>
          </a:xfrm>
        </p:spPr>
        <p:txBody>
          <a:bodyPr>
            <a:normAutofit/>
          </a:bodyPr>
          <a:lstStyle/>
          <a:p>
            <a:r>
              <a:rPr lang="en-US" sz="4000" b="1" u="sng"/>
              <a:t>Should Attribution be legal when dealing with networks and data? Why or why not?</a:t>
            </a:r>
          </a:p>
        </p:txBody>
      </p:sp>
      <p:sp>
        <p:nvSpPr>
          <p:cNvPr id="5126" name="Content Placeholder 5125">
            <a:extLst>
              <a:ext uri="{FF2B5EF4-FFF2-40B4-BE49-F238E27FC236}">
                <a16:creationId xmlns:a16="http://schemas.microsoft.com/office/drawing/2014/main" id="{53BF0CD7-E22A-8972-D548-B38B83F70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321476"/>
            <a:ext cx="4864875" cy="3850724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If it is in the hands a legal and authorized entity, then yes, I would say it should be legal. </a:t>
            </a:r>
          </a:p>
          <a:p>
            <a:r>
              <a:rPr lang="en-US" sz="2000" b="1" dirty="0"/>
              <a:t>Without tools like this than using attribution to “hack back” would allow hackers to have free reign and full supremacy over all systems. </a:t>
            </a:r>
          </a:p>
          <a:p>
            <a:r>
              <a:rPr lang="en-US" sz="2000" b="1" dirty="0"/>
              <a:t>The key is to use it responsibly and not to extort innocents with it for political </a:t>
            </a:r>
            <a:r>
              <a:rPr lang="en-US" sz="2000" b="1"/>
              <a:t>and economic gains. </a:t>
            </a:r>
            <a:endParaRPr lang="en-US" sz="2000" b="1" dirty="0"/>
          </a:p>
        </p:txBody>
      </p:sp>
      <p:pic>
        <p:nvPicPr>
          <p:cNvPr id="5122" name="Picture 2" descr="YARN | We're decloaking. | Star Trek: Discovery (2017 ...">
            <a:extLst>
              <a:ext uri="{FF2B5EF4-FFF2-40B4-BE49-F238E27FC236}">
                <a16:creationId xmlns:a16="http://schemas.microsoft.com/office/drawing/2014/main" id="{E20D69E7-CB78-4FD8-6B81-206767396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43650" y="2608358"/>
            <a:ext cx="5178206" cy="3233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4400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0025A9-CA47-1059-5EAC-2D3731132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u="sng">
                <a:solidFill>
                  <a:srgbClr val="FFFFFF"/>
                </a:solidFill>
              </a:rPr>
              <a:t>Reference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EF3CD-E2EA-7A64-E0E3-8AC9165A0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 i="1" dirty="0">
                <a:effectLst/>
              </a:rPr>
              <a:t>Active defense harbinger distribution</a:t>
            </a:r>
            <a:r>
              <a:rPr lang="en-US" sz="2000" dirty="0">
                <a:effectLst/>
              </a:rPr>
              <a:t>. Active Defense Harbinger Distribution. (n.d.). </a:t>
            </a:r>
            <a:r>
              <a:rPr lang="en-US" sz="2000" dirty="0">
                <a:effectLst/>
                <a:hlinkClick r:id="rId2"/>
              </a:rPr>
              <a:t>https://adhdproject.github.io/#!Tools/Attribution/Decloak.md</a:t>
            </a:r>
            <a:r>
              <a:rPr lang="en-US" sz="2000" dirty="0">
                <a:effectLst/>
              </a:rPr>
              <a:t> </a:t>
            </a:r>
          </a:p>
          <a:p>
            <a:r>
              <a:rPr lang="en-US" sz="2000" i="1" dirty="0">
                <a:effectLst/>
              </a:rPr>
              <a:t>What is deception technology? Benefits &amp; Use Cases</a:t>
            </a:r>
            <a:r>
              <a:rPr lang="en-US" sz="2000" dirty="0">
                <a:effectLst/>
              </a:rPr>
              <a:t>. </a:t>
            </a:r>
            <a:r>
              <a:rPr lang="en-US" sz="2000" dirty="0" err="1">
                <a:effectLst/>
              </a:rPr>
              <a:t>ThunderCat</a:t>
            </a:r>
            <a:r>
              <a:rPr lang="en-US" sz="2000" dirty="0">
                <a:effectLst/>
              </a:rPr>
              <a:t> Technology - A Service-Disabled, Veteran-Owned Small Business. (2025, December 18). </a:t>
            </a:r>
            <a:r>
              <a:rPr lang="en-US" sz="2000" dirty="0">
                <a:effectLst/>
                <a:hlinkClick r:id="rId3"/>
              </a:rPr>
              <a:t>https://www.thundercattech.com/tcat_blog/deception-technology/</a:t>
            </a:r>
            <a:r>
              <a:rPr lang="en-US" sz="2000" dirty="0">
                <a:effectLst/>
              </a:rPr>
              <a:t>  </a:t>
            </a:r>
          </a:p>
          <a:p>
            <a:endParaRPr lang="en-US" sz="2000" dirty="0">
              <a:effectLst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77159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0656f6f-463c-4054-9fc2-6f4071c6e7fc}" enabled="0" method="" siteId="{50656f6f-463c-4054-9fc2-6f4071c6e7f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427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4.1 In-Class Activity: Active Defense Harbinger Distribution</vt:lpstr>
      <vt:lpstr>Brief Description of the Attribution Tool Decloak</vt:lpstr>
      <vt:lpstr>What category does the tool fall under?</vt:lpstr>
      <vt:lpstr>Should the capability of this tool be legal? Why or Why not?</vt:lpstr>
      <vt:lpstr>Are you comfortable deploying this on a network that you are responsible for? Why or why not?</vt:lpstr>
      <vt:lpstr>Should Attribution be legal when dealing with networks and data? Why or why not?</vt:lpstr>
      <vt:lpstr>Reference Page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VB-Meredith, Charles (Virginia Beach)</dc:creator>
  <cp:lastModifiedBy>VB-Meredith, Charles (Virginia Beach)</cp:lastModifiedBy>
  <cp:revision>1</cp:revision>
  <dcterms:created xsi:type="dcterms:W3CDTF">2026-05-20T23:17:43Z</dcterms:created>
  <dcterms:modified xsi:type="dcterms:W3CDTF">2026-05-20T23:53:37Z</dcterms:modified>
</cp:coreProperties>
</file>